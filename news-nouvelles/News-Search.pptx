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3" r:id="rId4"/>
    <p:sldId id="265" r:id="rId5"/>
    <p:sldId id="261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2691B-D098-46E6-BEC1-D8531DA65D74}" v="146" dt="2026-04-30T20:39:30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234" autoAdjust="0"/>
  </p:normalViewPr>
  <p:slideViewPr>
    <p:cSldViewPr snapToGrid="0">
      <p:cViewPr varScale="1">
        <p:scale>
          <a:sx n="102" d="100"/>
          <a:sy n="102" d="100"/>
        </p:scale>
        <p:origin x="189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hler, Tanya (RCMP/GRC)" userId="44b4bde7-4180-4c70-8946-02ab7213e3ae" providerId="ADAL" clId="{BBFAF53A-8642-47A9-A627-5702179526DF}"/>
    <pc:docChg chg="undo redo custSel addSld delSld modSld sldOrd">
      <pc:chgData name="Buhler, Tanya (RCMP/GRC)" userId="44b4bde7-4180-4c70-8946-02ab7213e3ae" providerId="ADAL" clId="{BBFAF53A-8642-47A9-A627-5702179526DF}" dt="2026-05-05T14:07:10.184" v="13530" actId="14100"/>
      <pc:docMkLst>
        <pc:docMk/>
      </pc:docMkLst>
      <pc:sldChg chg="addSp delSp modSp mod modNotesTx">
        <pc:chgData name="Buhler, Tanya (RCMP/GRC)" userId="44b4bde7-4180-4c70-8946-02ab7213e3ae" providerId="ADAL" clId="{BBFAF53A-8642-47A9-A627-5702179526DF}" dt="2026-04-23T14:57:33.783" v="12531" actId="1035"/>
        <pc:sldMkLst>
          <pc:docMk/>
          <pc:sldMk cId="1630801875" sldId="257"/>
        </pc:sldMkLst>
        <pc:spChg chg="add mod">
          <ac:chgData name="Buhler, Tanya (RCMP/GRC)" userId="44b4bde7-4180-4c70-8946-02ab7213e3ae" providerId="ADAL" clId="{BBFAF53A-8642-47A9-A627-5702179526DF}" dt="2026-04-07T15:07:22.646" v="4238" actId="1076"/>
          <ac:spMkLst>
            <pc:docMk/>
            <pc:sldMk cId="1630801875" sldId="257"/>
            <ac:spMk id="2" creationId="{CFFE8C45-1977-4B67-A69D-1001E0FB037E}"/>
          </ac:spMkLst>
        </pc:spChg>
        <pc:spChg chg="add mod">
          <ac:chgData name="Buhler, Tanya (RCMP/GRC)" userId="44b4bde7-4180-4c70-8946-02ab7213e3ae" providerId="ADAL" clId="{BBFAF53A-8642-47A9-A627-5702179526DF}" dt="2026-04-13T15:45:46.058" v="9416" actId="20577"/>
          <ac:spMkLst>
            <pc:docMk/>
            <pc:sldMk cId="1630801875" sldId="257"/>
            <ac:spMk id="3" creationId="{3B272A65-51BA-4081-EA3C-A0B65ABEB5C4}"/>
          </ac:spMkLst>
        </pc:spChg>
        <pc:spChg chg="add del mod">
          <ac:chgData name="Buhler, Tanya (RCMP/GRC)" userId="44b4bde7-4180-4c70-8946-02ab7213e3ae" providerId="ADAL" clId="{BBFAF53A-8642-47A9-A627-5702179526DF}" dt="2026-04-07T12:47:11.280" v="1897" actId="208"/>
          <ac:spMkLst>
            <pc:docMk/>
            <pc:sldMk cId="1630801875" sldId="257"/>
            <ac:spMk id="4" creationId="{2CAC8421-2805-FF8B-5578-4F75F421B92D}"/>
          </ac:spMkLst>
        </pc:spChg>
        <pc:spChg chg="mod">
          <ac:chgData name="Buhler, Tanya (RCMP/GRC)" userId="44b4bde7-4180-4c70-8946-02ab7213e3ae" providerId="ADAL" clId="{BBFAF53A-8642-47A9-A627-5702179526DF}" dt="2026-04-07T17:22:27.539" v="7827" actId="1036"/>
          <ac:spMkLst>
            <pc:docMk/>
            <pc:sldMk cId="1630801875" sldId="257"/>
            <ac:spMk id="5" creationId="{C491F22D-DFBC-FAF5-D8A3-8D47F8C1F670}"/>
          </ac:spMkLst>
        </pc:spChg>
        <pc:spChg chg="add mod">
          <ac:chgData name="Buhler, Tanya (RCMP/GRC)" userId="44b4bde7-4180-4c70-8946-02ab7213e3ae" providerId="ADAL" clId="{BBFAF53A-8642-47A9-A627-5702179526DF}" dt="2026-04-07T13:15:04.329" v="2270" actId="1036"/>
          <ac:spMkLst>
            <pc:docMk/>
            <pc:sldMk cId="1630801875" sldId="257"/>
            <ac:spMk id="6" creationId="{DE340904-5A88-CB56-03E6-46F8CE6C2E41}"/>
          </ac:spMkLst>
        </pc:spChg>
        <pc:spChg chg="add mod">
          <ac:chgData name="Buhler, Tanya (RCMP/GRC)" userId="44b4bde7-4180-4c70-8946-02ab7213e3ae" providerId="ADAL" clId="{BBFAF53A-8642-47A9-A627-5702179526DF}" dt="2026-04-23T14:57:00.979" v="12524" actId="1076"/>
          <ac:spMkLst>
            <pc:docMk/>
            <pc:sldMk cId="1630801875" sldId="257"/>
            <ac:spMk id="7" creationId="{1B313C72-B39E-B22C-44A3-F83F4EBCC37F}"/>
          </ac:spMkLst>
        </pc:spChg>
        <pc:spChg chg="add del mod">
          <ac:chgData name="Buhler, Tanya (RCMP/GRC)" userId="44b4bde7-4180-4c70-8946-02ab7213e3ae" providerId="ADAL" clId="{BBFAF53A-8642-47A9-A627-5702179526DF}" dt="2026-04-07T17:48:18.948" v="8675" actId="20577"/>
          <ac:spMkLst>
            <pc:docMk/>
            <pc:sldMk cId="1630801875" sldId="257"/>
            <ac:spMk id="12" creationId="{DF732AFD-808D-7F39-014F-21FAEC54CC94}"/>
          </ac:spMkLst>
        </pc:spChg>
        <pc:spChg chg="add mod">
          <ac:chgData name="Buhler, Tanya (RCMP/GRC)" userId="44b4bde7-4180-4c70-8946-02ab7213e3ae" providerId="ADAL" clId="{BBFAF53A-8642-47A9-A627-5702179526DF}" dt="2026-04-07T13:14:10.490" v="2192" actId="1035"/>
          <ac:spMkLst>
            <pc:docMk/>
            <pc:sldMk cId="1630801875" sldId="257"/>
            <ac:spMk id="13" creationId="{5A04B709-D106-86BC-D584-4A67A17E63E7}"/>
          </ac:spMkLst>
        </pc:spChg>
        <pc:spChg chg="add mod">
          <ac:chgData name="Buhler, Tanya (RCMP/GRC)" userId="44b4bde7-4180-4c70-8946-02ab7213e3ae" providerId="ADAL" clId="{BBFAF53A-8642-47A9-A627-5702179526DF}" dt="2026-04-07T13:13:59.023" v="2190" actId="1076"/>
          <ac:spMkLst>
            <pc:docMk/>
            <pc:sldMk cId="1630801875" sldId="257"/>
            <ac:spMk id="14" creationId="{E86E5570-2BAC-F145-3026-C2015E763E2F}"/>
          </ac:spMkLst>
        </pc:spChg>
        <pc:spChg chg="add del mod">
          <ac:chgData name="Buhler, Tanya (RCMP/GRC)" userId="44b4bde7-4180-4c70-8946-02ab7213e3ae" providerId="ADAL" clId="{BBFAF53A-8642-47A9-A627-5702179526DF}" dt="2026-04-07T17:50:59.148" v="8761"/>
          <ac:spMkLst>
            <pc:docMk/>
            <pc:sldMk cId="1630801875" sldId="257"/>
            <ac:spMk id="15" creationId="{E98FF56A-BB1B-B2E6-94CF-E8780E6AD090}"/>
          </ac:spMkLst>
        </pc:spChg>
        <pc:spChg chg="add mod">
          <ac:chgData name="Buhler, Tanya (RCMP/GRC)" userId="44b4bde7-4180-4c70-8946-02ab7213e3ae" providerId="ADAL" clId="{BBFAF53A-8642-47A9-A627-5702179526DF}" dt="2026-04-07T13:13:45.373" v="2188" actId="1076"/>
          <ac:spMkLst>
            <pc:docMk/>
            <pc:sldMk cId="1630801875" sldId="257"/>
            <ac:spMk id="16" creationId="{5E452A0D-9924-6921-4EFA-4D31B6294856}"/>
          </ac:spMkLst>
        </pc:spChg>
        <pc:spChg chg="add mod">
          <ac:chgData name="Buhler, Tanya (RCMP/GRC)" userId="44b4bde7-4180-4c70-8946-02ab7213e3ae" providerId="ADAL" clId="{BBFAF53A-8642-47A9-A627-5702179526DF}" dt="2026-04-07T13:14:19.129" v="2230" actId="1036"/>
          <ac:spMkLst>
            <pc:docMk/>
            <pc:sldMk cId="1630801875" sldId="257"/>
            <ac:spMk id="17" creationId="{053F0F77-F226-F6FD-9A89-BA0E919C76F6}"/>
          </ac:spMkLst>
        </pc:spChg>
        <pc:spChg chg="add mod">
          <ac:chgData name="Buhler, Tanya (RCMP/GRC)" userId="44b4bde7-4180-4c70-8946-02ab7213e3ae" providerId="ADAL" clId="{BBFAF53A-8642-47A9-A627-5702179526DF}" dt="2026-04-07T14:04:35.421" v="3362" actId="20577"/>
          <ac:spMkLst>
            <pc:docMk/>
            <pc:sldMk cId="1630801875" sldId="257"/>
            <ac:spMk id="19" creationId="{F3E64E8F-50A6-FC27-E482-AD25C44F66BD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26" creationId="{D0AFAB54-74F1-68CB-976F-0B0ED91E15D1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27" creationId="{39192A80-24C0-663C-3623-E8E13D43BA57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28" creationId="{7BE37CA9-4771-7B6D-9723-61CE4392B450}"/>
          </ac:spMkLst>
        </pc:spChg>
        <pc:spChg chg="add mod">
          <ac:chgData name="Buhler, Tanya (RCMP/GRC)" userId="44b4bde7-4180-4c70-8946-02ab7213e3ae" providerId="ADAL" clId="{BBFAF53A-8642-47A9-A627-5702179526DF}" dt="2026-04-07T12:24:18.621" v="1790" actId="1035"/>
          <ac:spMkLst>
            <pc:docMk/>
            <pc:sldMk cId="1630801875" sldId="257"/>
            <ac:spMk id="29" creationId="{7EA31FAE-A8C7-642A-BD72-B769E757CCCD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0" creationId="{E2D8C327-8263-D9E1-31BC-3665418BE20B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2" creationId="{E63FC7C1-9B26-84B6-1720-31EA65F50231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3" creationId="{F42E7AD2-799E-DA20-1AF3-2181A6CCF955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4" creationId="{1B70F497-9148-5269-C702-D5267DE39F6B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5" creationId="{261D02E0-B858-CBAB-5B3C-9008352F36B9}"/>
          </ac:spMkLst>
        </pc:spChg>
        <pc:spChg chg="add mod">
          <ac:chgData name="Buhler, Tanya (RCMP/GRC)" userId="44b4bde7-4180-4c70-8946-02ab7213e3ae" providerId="ADAL" clId="{BBFAF53A-8642-47A9-A627-5702179526DF}" dt="2026-04-07T13:15:51.835" v="2291" actId="1036"/>
          <ac:spMkLst>
            <pc:docMk/>
            <pc:sldMk cId="1630801875" sldId="257"/>
            <ac:spMk id="36" creationId="{DE9C93E1-8FD2-6B4E-8773-6B4C284BE30D}"/>
          </ac:spMkLst>
        </pc:spChg>
        <pc:spChg chg="add mod ord">
          <ac:chgData name="Buhler, Tanya (RCMP/GRC)" userId="44b4bde7-4180-4c70-8946-02ab7213e3ae" providerId="ADAL" clId="{BBFAF53A-8642-47A9-A627-5702179526DF}" dt="2026-04-07T12:24:37.993" v="1831" actId="1035"/>
          <ac:spMkLst>
            <pc:docMk/>
            <pc:sldMk cId="1630801875" sldId="257"/>
            <ac:spMk id="38" creationId="{3121B071-C3B1-DABB-2A8E-1DB4BCED3A29}"/>
          </ac:spMkLst>
        </pc:spChg>
        <pc:spChg chg="add mod">
          <ac:chgData name="Buhler, Tanya (RCMP/GRC)" userId="44b4bde7-4180-4c70-8946-02ab7213e3ae" providerId="ADAL" clId="{BBFAF53A-8642-47A9-A627-5702179526DF}" dt="2026-04-07T17:20:42.127" v="7781"/>
          <ac:spMkLst>
            <pc:docMk/>
            <pc:sldMk cId="1630801875" sldId="257"/>
            <ac:spMk id="45" creationId="{C971736A-A2B2-0E4A-3C77-CD6DBA83F2D4}"/>
          </ac:spMkLst>
        </pc:spChg>
        <pc:picChg chg="add mod">
          <ac:chgData name="Buhler, Tanya (RCMP/GRC)" userId="44b4bde7-4180-4c70-8946-02ab7213e3ae" providerId="ADAL" clId="{BBFAF53A-8642-47A9-A627-5702179526DF}" dt="2026-04-07T13:15:04.329" v="2270" actId="1036"/>
          <ac:picMkLst>
            <pc:docMk/>
            <pc:sldMk cId="1630801875" sldId="257"/>
            <ac:picMk id="8" creationId="{D7AFCA4A-4FD2-51AF-4FA3-02023620B1CF}"/>
          </ac:picMkLst>
        </pc:picChg>
        <pc:picChg chg="add mod">
          <ac:chgData name="Buhler, Tanya (RCMP/GRC)" userId="44b4bde7-4180-4c70-8946-02ab7213e3ae" providerId="ADAL" clId="{BBFAF53A-8642-47A9-A627-5702179526DF}" dt="2026-04-23T14:57:20.797" v="12527" actId="14100"/>
          <ac:picMkLst>
            <pc:docMk/>
            <pc:sldMk cId="1630801875" sldId="257"/>
            <ac:picMk id="9" creationId="{44D6941A-92E4-E787-4084-790FE15F1768}"/>
          </ac:picMkLst>
        </pc:picChg>
        <pc:picChg chg="add mod">
          <ac:chgData name="Buhler, Tanya (RCMP/GRC)" userId="44b4bde7-4180-4c70-8946-02ab7213e3ae" providerId="ADAL" clId="{BBFAF53A-8642-47A9-A627-5702179526DF}" dt="2026-04-07T15:04:50.092" v="4117" actId="1035"/>
          <ac:picMkLst>
            <pc:docMk/>
            <pc:sldMk cId="1630801875" sldId="257"/>
            <ac:picMk id="10" creationId="{BD610402-64CE-4092-7910-4EF69F0F4D5F}"/>
          </ac:picMkLst>
        </pc:picChg>
        <pc:picChg chg="add mod">
          <ac:chgData name="Buhler, Tanya (RCMP/GRC)" userId="44b4bde7-4180-4c70-8946-02ab7213e3ae" providerId="ADAL" clId="{BBFAF53A-8642-47A9-A627-5702179526DF}" dt="2026-04-07T15:04:43.976" v="4116" actId="1036"/>
          <ac:picMkLst>
            <pc:docMk/>
            <pc:sldMk cId="1630801875" sldId="257"/>
            <ac:picMk id="11" creationId="{6C6C1084-AB4B-3914-4366-9D44431F67F7}"/>
          </ac:picMkLst>
        </pc:picChg>
        <pc:picChg chg="add mod">
          <ac:chgData name="Buhler, Tanya (RCMP/GRC)" userId="44b4bde7-4180-4c70-8946-02ab7213e3ae" providerId="ADAL" clId="{BBFAF53A-8642-47A9-A627-5702179526DF}" dt="2026-04-07T15:04:37.885" v="4115" actId="1036"/>
          <ac:picMkLst>
            <pc:docMk/>
            <pc:sldMk cId="1630801875" sldId="257"/>
            <ac:picMk id="18" creationId="{21FAFD2A-2051-EB6A-7A40-A05F8171CB28}"/>
          </ac:picMkLst>
        </pc:picChg>
        <pc:picChg chg="add mod">
          <ac:chgData name="Buhler, Tanya (RCMP/GRC)" userId="44b4bde7-4180-4c70-8946-02ab7213e3ae" providerId="ADAL" clId="{BBFAF53A-8642-47A9-A627-5702179526DF}" dt="2026-04-23T14:57:33.783" v="12531" actId="1035"/>
          <ac:picMkLst>
            <pc:docMk/>
            <pc:sldMk cId="1630801875" sldId="257"/>
            <ac:picMk id="20" creationId="{B22B05E5-2825-878E-0C5B-853CAFEF140A}"/>
          </ac:picMkLst>
        </pc:picChg>
        <pc:picChg chg="add mod">
          <ac:chgData name="Buhler, Tanya (RCMP/GRC)" userId="44b4bde7-4180-4c70-8946-02ab7213e3ae" providerId="ADAL" clId="{BBFAF53A-8642-47A9-A627-5702179526DF}" dt="2026-04-07T15:05:17.344" v="4119" actId="1076"/>
          <ac:picMkLst>
            <pc:docMk/>
            <pc:sldMk cId="1630801875" sldId="257"/>
            <ac:picMk id="41" creationId="{3CAA4EBA-A7EA-524C-C01E-FE96E0F75BE2}"/>
          </ac:picMkLst>
        </pc:picChg>
        <pc:picChg chg="add mod">
          <ac:chgData name="Buhler, Tanya (RCMP/GRC)" userId="44b4bde7-4180-4c70-8946-02ab7213e3ae" providerId="ADAL" clId="{BBFAF53A-8642-47A9-A627-5702179526DF}" dt="2026-04-07T16:23:08.150" v="5913"/>
          <ac:picMkLst>
            <pc:docMk/>
            <pc:sldMk cId="1630801875" sldId="257"/>
            <ac:picMk id="42" creationId="{39608418-CE91-84BF-A5FE-B128A810EFFE}"/>
          </ac:picMkLst>
        </pc:picChg>
        <pc:picChg chg="add mod">
          <ac:chgData name="Buhler, Tanya (RCMP/GRC)" userId="44b4bde7-4180-4c70-8946-02ab7213e3ae" providerId="ADAL" clId="{BBFAF53A-8642-47A9-A627-5702179526DF}" dt="2026-04-07T16:23:08.150" v="5913"/>
          <ac:picMkLst>
            <pc:docMk/>
            <pc:sldMk cId="1630801875" sldId="257"/>
            <ac:picMk id="43" creationId="{8298464F-B2FB-E6D9-9F7A-4AB551F36FB7}"/>
          </ac:picMkLst>
        </pc:picChg>
        <pc:picChg chg="add mod">
          <ac:chgData name="Buhler, Tanya (RCMP/GRC)" userId="44b4bde7-4180-4c70-8946-02ab7213e3ae" providerId="ADAL" clId="{BBFAF53A-8642-47A9-A627-5702179526DF}" dt="2026-04-07T16:23:08.150" v="5913"/>
          <ac:picMkLst>
            <pc:docMk/>
            <pc:sldMk cId="1630801875" sldId="257"/>
            <ac:picMk id="44" creationId="{DA400891-537D-9590-37C0-97BC57FABF74}"/>
          </ac:picMkLst>
        </pc:picChg>
        <pc:picChg chg="add mod">
          <ac:chgData name="Buhler, Tanya (RCMP/GRC)" userId="44b4bde7-4180-4c70-8946-02ab7213e3ae" providerId="ADAL" clId="{BBFAF53A-8642-47A9-A627-5702179526DF}" dt="2026-04-07T17:45:02.930" v="8635" actId="1076"/>
          <ac:picMkLst>
            <pc:docMk/>
            <pc:sldMk cId="1630801875" sldId="257"/>
            <ac:picMk id="46" creationId="{BDF47902-E932-A848-0E4D-3681BE4AD07F}"/>
          </ac:picMkLst>
        </pc:picChg>
        <pc:cxnChg chg="add mod">
          <ac:chgData name="Buhler, Tanya (RCMP/GRC)" userId="44b4bde7-4180-4c70-8946-02ab7213e3ae" providerId="ADAL" clId="{BBFAF53A-8642-47A9-A627-5702179526DF}" dt="2026-04-07T13:16:33.381" v="2310" actId="1035"/>
          <ac:cxnSpMkLst>
            <pc:docMk/>
            <pc:sldMk cId="1630801875" sldId="257"/>
            <ac:cxnSpMk id="21" creationId="{0FA1ED8C-2667-67B4-316B-0F02DCD014BE}"/>
          </ac:cxnSpMkLst>
        </pc:cxnChg>
        <pc:cxnChg chg="add mod">
          <ac:chgData name="Buhler, Tanya (RCMP/GRC)" userId="44b4bde7-4180-4c70-8946-02ab7213e3ae" providerId="ADAL" clId="{BBFAF53A-8642-47A9-A627-5702179526DF}" dt="2026-04-07T13:17:16.061" v="2373" actId="1035"/>
          <ac:cxnSpMkLst>
            <pc:docMk/>
            <pc:sldMk cId="1630801875" sldId="257"/>
            <ac:cxnSpMk id="22" creationId="{D6719111-AC33-AB58-AE4B-5E23AE67CABD}"/>
          </ac:cxnSpMkLst>
        </pc:cxnChg>
        <pc:cxnChg chg="add mod">
          <ac:chgData name="Buhler, Tanya (RCMP/GRC)" userId="44b4bde7-4180-4c70-8946-02ab7213e3ae" providerId="ADAL" clId="{BBFAF53A-8642-47A9-A627-5702179526DF}" dt="2026-04-07T13:17:01.272" v="2354" actId="1035"/>
          <ac:cxnSpMkLst>
            <pc:docMk/>
            <pc:sldMk cId="1630801875" sldId="257"/>
            <ac:cxnSpMk id="23" creationId="{2D33E814-5FB7-E7C3-5890-C72A830A1692}"/>
          </ac:cxnSpMkLst>
        </pc:cxnChg>
      </pc:sldChg>
      <pc:sldChg chg="addSp delSp modSp add mod modAnim modNotesTx">
        <pc:chgData name="Buhler, Tanya (RCMP/GRC)" userId="44b4bde7-4180-4c70-8946-02ab7213e3ae" providerId="ADAL" clId="{BBFAF53A-8642-47A9-A627-5702179526DF}" dt="2026-04-22T19:14:02.924" v="12437" actId="20577"/>
        <pc:sldMkLst>
          <pc:docMk/>
          <pc:sldMk cId="4101907867" sldId="259"/>
        </pc:sldMkLst>
        <pc:spChg chg="mod">
          <ac:chgData name="Buhler, Tanya (RCMP/GRC)" userId="44b4bde7-4180-4c70-8946-02ab7213e3ae" providerId="ADAL" clId="{BBFAF53A-8642-47A9-A627-5702179526DF}" dt="2026-04-07T16:56:05.635" v="6950" actId="1076"/>
          <ac:spMkLst>
            <pc:docMk/>
            <pc:sldMk cId="4101907867" sldId="259"/>
            <ac:spMk id="2" creationId="{EC002EE2-B93F-DEB9-C13D-9AE6F6D6C990}"/>
          </ac:spMkLst>
        </pc:spChg>
        <pc:spChg chg="mod">
          <ac:chgData name="Buhler, Tanya (RCMP/GRC)" userId="44b4bde7-4180-4c70-8946-02ab7213e3ae" providerId="ADAL" clId="{BBFAF53A-8642-47A9-A627-5702179526DF}" dt="2026-04-13T19:37:49.610" v="9583" actId="1076"/>
          <ac:spMkLst>
            <pc:docMk/>
            <pc:sldMk cId="4101907867" sldId="259"/>
            <ac:spMk id="3" creationId="{4CFD47D9-9987-30B9-19ED-FA2DF6BED475}"/>
          </ac:spMkLst>
        </pc:spChg>
        <pc:spChg chg="mod">
          <ac:chgData name="Buhler, Tanya (RCMP/GRC)" userId="44b4bde7-4180-4c70-8946-02ab7213e3ae" providerId="ADAL" clId="{BBFAF53A-8642-47A9-A627-5702179526DF}" dt="2026-04-13T19:39:51.198" v="9593" actId="1076"/>
          <ac:spMkLst>
            <pc:docMk/>
            <pc:sldMk cId="4101907867" sldId="259"/>
            <ac:spMk id="4" creationId="{3E1ECF4B-7CBA-BF68-F6E4-5445767F4E29}"/>
          </ac:spMkLst>
        </pc:spChg>
        <pc:spChg chg="mod">
          <ac:chgData name="Buhler, Tanya (RCMP/GRC)" userId="44b4bde7-4180-4c70-8946-02ab7213e3ae" providerId="ADAL" clId="{BBFAF53A-8642-47A9-A627-5702179526DF}" dt="2026-04-07T17:22:36.005" v="7832" actId="1036"/>
          <ac:spMkLst>
            <pc:docMk/>
            <pc:sldMk cId="4101907867" sldId="259"/>
            <ac:spMk id="5" creationId="{DC7A1F9C-8E19-8EC6-8319-1A6859F08B93}"/>
          </ac:spMkLst>
        </pc:spChg>
        <pc:spChg chg="mod">
          <ac:chgData name="Buhler, Tanya (RCMP/GRC)" userId="44b4bde7-4180-4c70-8946-02ab7213e3ae" providerId="ADAL" clId="{BBFAF53A-8642-47A9-A627-5702179526DF}" dt="2026-04-07T15:56:20.141" v="5704" actId="20577"/>
          <ac:spMkLst>
            <pc:docMk/>
            <pc:sldMk cId="4101907867" sldId="259"/>
            <ac:spMk id="6" creationId="{FBFC62ED-AB59-CC65-62DA-1F96656F31C6}"/>
          </ac:spMkLst>
        </pc:spChg>
        <pc:spChg chg="mod">
          <ac:chgData name="Buhler, Tanya (RCMP/GRC)" userId="44b4bde7-4180-4c70-8946-02ab7213e3ae" providerId="ADAL" clId="{BBFAF53A-8642-47A9-A627-5702179526DF}" dt="2026-04-13T19:38:22.823" v="9586" actId="1076"/>
          <ac:spMkLst>
            <pc:docMk/>
            <pc:sldMk cId="4101907867" sldId="259"/>
            <ac:spMk id="7" creationId="{EC35B35D-3F8F-AD6E-5854-001060355027}"/>
          </ac:spMkLst>
        </pc:spChg>
        <pc:spChg chg="add mod">
          <ac:chgData name="Buhler, Tanya (RCMP/GRC)" userId="44b4bde7-4180-4c70-8946-02ab7213e3ae" providerId="ADAL" clId="{BBFAF53A-8642-47A9-A627-5702179526DF}" dt="2026-04-07T15:36:02.389" v="5502" actId="20577"/>
          <ac:spMkLst>
            <pc:docMk/>
            <pc:sldMk cId="4101907867" sldId="259"/>
            <ac:spMk id="9" creationId="{5871DB7E-B43E-4BE9-2D8B-3B6FB61252F7}"/>
          </ac:spMkLst>
        </pc:spChg>
        <pc:spChg chg="mod">
          <ac:chgData name="Buhler, Tanya (RCMP/GRC)" userId="44b4bde7-4180-4c70-8946-02ab7213e3ae" providerId="ADAL" clId="{BBFAF53A-8642-47A9-A627-5702179526DF}" dt="2026-04-07T16:01:56.983" v="5758" actId="1076"/>
          <ac:spMkLst>
            <pc:docMk/>
            <pc:sldMk cId="4101907867" sldId="259"/>
            <ac:spMk id="19" creationId="{097F810F-3711-BC2D-A7B9-00819684EFF4}"/>
          </ac:spMkLst>
        </pc:spChg>
        <pc:spChg chg="mod">
          <ac:chgData name="Buhler, Tanya (RCMP/GRC)" userId="44b4bde7-4180-4c70-8946-02ab7213e3ae" providerId="ADAL" clId="{BBFAF53A-8642-47A9-A627-5702179526DF}" dt="2026-04-07T14:53:26.995" v="3957" actId="1036"/>
          <ac:spMkLst>
            <pc:docMk/>
            <pc:sldMk cId="4101907867" sldId="259"/>
            <ac:spMk id="26" creationId="{7DE65C8C-40E5-F402-4B73-9618F6E460B4}"/>
          </ac:spMkLst>
        </pc:spChg>
        <pc:spChg chg="mod">
          <ac:chgData name="Buhler, Tanya (RCMP/GRC)" userId="44b4bde7-4180-4c70-8946-02ab7213e3ae" providerId="ADAL" clId="{BBFAF53A-8642-47A9-A627-5702179526DF}" dt="2026-04-13T17:09:25.110" v="9471" actId="1076"/>
          <ac:spMkLst>
            <pc:docMk/>
            <pc:sldMk cId="4101907867" sldId="259"/>
            <ac:spMk id="27" creationId="{2EE22D6C-D80B-414E-EFCD-7361523471F6}"/>
          </ac:spMkLst>
        </pc:spChg>
        <pc:spChg chg="mod">
          <ac:chgData name="Buhler, Tanya (RCMP/GRC)" userId="44b4bde7-4180-4c70-8946-02ab7213e3ae" providerId="ADAL" clId="{BBFAF53A-8642-47A9-A627-5702179526DF}" dt="2026-04-22T19:13:59.766" v="12436" actId="20577"/>
          <ac:spMkLst>
            <pc:docMk/>
            <pc:sldMk cId="4101907867" sldId="259"/>
            <ac:spMk id="28" creationId="{70FDE7DC-8D66-6A9F-D36E-A8BD795F1A7A}"/>
          </ac:spMkLst>
        </pc:spChg>
        <pc:spChg chg="mod">
          <ac:chgData name="Buhler, Tanya (RCMP/GRC)" userId="44b4bde7-4180-4c70-8946-02ab7213e3ae" providerId="ADAL" clId="{BBFAF53A-8642-47A9-A627-5702179526DF}" dt="2026-04-13T17:13:06.237" v="9515" actId="1076"/>
          <ac:spMkLst>
            <pc:docMk/>
            <pc:sldMk cId="4101907867" sldId="259"/>
            <ac:spMk id="29" creationId="{94E1CEBD-7985-9F5F-3187-0AC48E8592F6}"/>
          </ac:spMkLst>
        </pc:spChg>
        <pc:spChg chg="mod">
          <ac:chgData name="Buhler, Tanya (RCMP/GRC)" userId="44b4bde7-4180-4c70-8946-02ab7213e3ae" providerId="ADAL" clId="{BBFAF53A-8642-47A9-A627-5702179526DF}" dt="2026-04-13T17:06:16.823" v="9444" actId="1076"/>
          <ac:spMkLst>
            <pc:docMk/>
            <pc:sldMk cId="4101907867" sldId="259"/>
            <ac:spMk id="30" creationId="{18A36BE7-69F4-D0AE-971D-8ADFE34658C3}"/>
          </ac:spMkLst>
        </pc:spChg>
        <pc:spChg chg="mod">
          <ac:chgData name="Buhler, Tanya (RCMP/GRC)" userId="44b4bde7-4180-4c70-8946-02ab7213e3ae" providerId="ADAL" clId="{BBFAF53A-8642-47A9-A627-5702179526DF}" dt="2026-04-07T16:07:36.818" v="5796" actId="207"/>
          <ac:spMkLst>
            <pc:docMk/>
            <pc:sldMk cId="4101907867" sldId="259"/>
            <ac:spMk id="32" creationId="{28B2D1ED-9D57-41ED-7579-956D3EC24B34}"/>
          </ac:spMkLst>
        </pc:spChg>
        <pc:spChg chg="mod">
          <ac:chgData name="Buhler, Tanya (RCMP/GRC)" userId="44b4bde7-4180-4c70-8946-02ab7213e3ae" providerId="ADAL" clId="{BBFAF53A-8642-47A9-A627-5702179526DF}" dt="2026-04-07T14:53:03.661" v="3925" actId="1036"/>
          <ac:spMkLst>
            <pc:docMk/>
            <pc:sldMk cId="4101907867" sldId="259"/>
            <ac:spMk id="33" creationId="{DB44ADEA-E460-1C2D-1C93-C8EBF4380F40}"/>
          </ac:spMkLst>
        </pc:spChg>
        <pc:spChg chg="mod">
          <ac:chgData name="Buhler, Tanya (RCMP/GRC)" userId="44b4bde7-4180-4c70-8946-02ab7213e3ae" providerId="ADAL" clId="{BBFAF53A-8642-47A9-A627-5702179526DF}" dt="2026-04-22T19:14:02.924" v="12437" actId="20577"/>
          <ac:spMkLst>
            <pc:docMk/>
            <pc:sldMk cId="4101907867" sldId="259"/>
            <ac:spMk id="34" creationId="{BF4F1C06-0D52-0ADF-EF43-55E9300CA628}"/>
          </ac:spMkLst>
        </pc:spChg>
        <pc:spChg chg="mod">
          <ac:chgData name="Buhler, Tanya (RCMP/GRC)" userId="44b4bde7-4180-4c70-8946-02ab7213e3ae" providerId="ADAL" clId="{BBFAF53A-8642-47A9-A627-5702179526DF}" dt="2026-04-07T14:53:03.661" v="3925" actId="1036"/>
          <ac:spMkLst>
            <pc:docMk/>
            <pc:sldMk cId="4101907867" sldId="259"/>
            <ac:spMk id="35" creationId="{289AA797-1D07-DF3D-F686-D24DF89DF81D}"/>
          </ac:spMkLst>
        </pc:spChg>
        <pc:spChg chg="mod">
          <ac:chgData name="Buhler, Tanya (RCMP/GRC)" userId="44b4bde7-4180-4c70-8946-02ab7213e3ae" providerId="ADAL" clId="{BBFAF53A-8642-47A9-A627-5702179526DF}" dt="2026-04-07T14:53:03.661" v="3925" actId="1036"/>
          <ac:spMkLst>
            <pc:docMk/>
            <pc:sldMk cId="4101907867" sldId="259"/>
            <ac:spMk id="36" creationId="{D07F15AE-7E04-4172-3389-853D6FF2DB1A}"/>
          </ac:spMkLst>
        </pc:spChg>
        <pc:spChg chg="mod">
          <ac:chgData name="Buhler, Tanya (RCMP/GRC)" userId="44b4bde7-4180-4c70-8946-02ab7213e3ae" providerId="ADAL" clId="{BBFAF53A-8642-47A9-A627-5702179526DF}" dt="2026-04-07T14:53:03.661" v="3925" actId="1036"/>
          <ac:spMkLst>
            <pc:docMk/>
            <pc:sldMk cId="4101907867" sldId="259"/>
            <ac:spMk id="38" creationId="{006631EB-B97C-FA87-C65F-54277602B5D7}"/>
          </ac:spMkLst>
        </pc:spChg>
        <pc:spChg chg="add mod">
          <ac:chgData name="Buhler, Tanya (RCMP/GRC)" userId="44b4bde7-4180-4c70-8946-02ab7213e3ae" providerId="ADAL" clId="{BBFAF53A-8642-47A9-A627-5702179526DF}" dt="2026-04-07T15:55:04.891" v="5694" actId="20577"/>
          <ac:spMkLst>
            <pc:docMk/>
            <pc:sldMk cId="4101907867" sldId="259"/>
            <ac:spMk id="42" creationId="{906CE987-D707-D09B-3D19-C104BA2147B8}"/>
          </ac:spMkLst>
        </pc:spChg>
        <pc:spChg chg="add mod">
          <ac:chgData name="Buhler, Tanya (RCMP/GRC)" userId="44b4bde7-4180-4c70-8946-02ab7213e3ae" providerId="ADAL" clId="{BBFAF53A-8642-47A9-A627-5702179526DF}" dt="2026-04-07T15:55:09.932" v="5696" actId="20577"/>
          <ac:spMkLst>
            <pc:docMk/>
            <pc:sldMk cId="4101907867" sldId="259"/>
            <ac:spMk id="44" creationId="{46E86023-5108-E8F1-6BB3-F6BD04B530D1}"/>
          </ac:spMkLst>
        </pc:spChg>
        <pc:spChg chg="add mod">
          <ac:chgData name="Buhler, Tanya (RCMP/GRC)" userId="44b4bde7-4180-4c70-8946-02ab7213e3ae" providerId="ADAL" clId="{BBFAF53A-8642-47A9-A627-5702179526DF}" dt="2026-04-13T17:05:15.187" v="9440" actId="1076"/>
          <ac:spMkLst>
            <pc:docMk/>
            <pc:sldMk cId="4101907867" sldId="259"/>
            <ac:spMk id="51" creationId="{02AD012B-3D70-6A7E-9699-3B4961C40866}"/>
          </ac:spMkLst>
        </pc:spChg>
        <pc:spChg chg="add mod">
          <ac:chgData name="Buhler, Tanya (RCMP/GRC)" userId="44b4bde7-4180-4c70-8946-02ab7213e3ae" providerId="ADAL" clId="{BBFAF53A-8642-47A9-A627-5702179526DF}" dt="2026-04-07T16:05:40.424" v="5788" actId="1076"/>
          <ac:spMkLst>
            <pc:docMk/>
            <pc:sldMk cId="4101907867" sldId="259"/>
            <ac:spMk id="52" creationId="{C78F3A67-F431-7138-70EA-A66AB06328DB}"/>
          </ac:spMkLst>
        </pc:spChg>
        <pc:spChg chg="add mod">
          <ac:chgData name="Buhler, Tanya (RCMP/GRC)" userId="44b4bde7-4180-4c70-8946-02ab7213e3ae" providerId="ADAL" clId="{BBFAF53A-8642-47A9-A627-5702179526DF}" dt="2026-04-07T16:02:34.669" v="5762" actId="1076"/>
          <ac:spMkLst>
            <pc:docMk/>
            <pc:sldMk cId="4101907867" sldId="259"/>
            <ac:spMk id="54" creationId="{5C29D712-40E3-77BA-B546-1ECAA72E5ACF}"/>
          </ac:spMkLst>
        </pc:spChg>
        <pc:spChg chg="add mod">
          <ac:chgData name="Buhler, Tanya (RCMP/GRC)" userId="44b4bde7-4180-4c70-8946-02ab7213e3ae" providerId="ADAL" clId="{BBFAF53A-8642-47A9-A627-5702179526DF}" dt="2026-04-07T16:02:44.806" v="5763" actId="1076"/>
          <ac:spMkLst>
            <pc:docMk/>
            <pc:sldMk cId="4101907867" sldId="259"/>
            <ac:spMk id="56" creationId="{F92F5B72-02EE-AFF5-789F-AD00F3827A7B}"/>
          </ac:spMkLst>
        </pc:spChg>
        <pc:spChg chg="add mod">
          <ac:chgData name="Buhler, Tanya (RCMP/GRC)" userId="44b4bde7-4180-4c70-8946-02ab7213e3ae" providerId="ADAL" clId="{BBFAF53A-8642-47A9-A627-5702179526DF}" dt="2026-04-07T16:01:46.878" v="5757" actId="1076"/>
          <ac:spMkLst>
            <pc:docMk/>
            <pc:sldMk cId="4101907867" sldId="259"/>
            <ac:spMk id="57" creationId="{0B94A733-74B5-ED70-01AB-68EC34972B3B}"/>
          </ac:spMkLst>
        </pc:spChg>
        <pc:spChg chg="add mod ord">
          <ac:chgData name="Buhler, Tanya (RCMP/GRC)" userId="44b4bde7-4180-4c70-8946-02ab7213e3ae" providerId="ADAL" clId="{BBFAF53A-8642-47A9-A627-5702179526DF}" dt="2026-04-07T16:05:19.700" v="5785" actId="207"/>
          <ac:spMkLst>
            <pc:docMk/>
            <pc:sldMk cId="4101907867" sldId="259"/>
            <ac:spMk id="59" creationId="{94489FAF-A6EF-D77F-A52F-CBC9BD0CCC88}"/>
          </ac:spMkLst>
        </pc:spChg>
        <pc:spChg chg="add mod">
          <ac:chgData name="Buhler, Tanya (RCMP/GRC)" userId="44b4bde7-4180-4c70-8946-02ab7213e3ae" providerId="ADAL" clId="{BBFAF53A-8642-47A9-A627-5702179526DF}" dt="2026-04-07T16:06:09.724" v="5790" actId="14100"/>
          <ac:spMkLst>
            <pc:docMk/>
            <pc:sldMk cId="4101907867" sldId="259"/>
            <ac:spMk id="60" creationId="{E39FD7CE-06EE-5EE7-CA1F-3EF8364593F7}"/>
          </ac:spMkLst>
        </pc:spChg>
        <pc:spChg chg="add mod">
          <ac:chgData name="Buhler, Tanya (RCMP/GRC)" userId="44b4bde7-4180-4c70-8946-02ab7213e3ae" providerId="ADAL" clId="{BBFAF53A-8642-47A9-A627-5702179526DF}" dt="2026-04-07T16:06:49.314" v="5793" actId="14100"/>
          <ac:spMkLst>
            <pc:docMk/>
            <pc:sldMk cId="4101907867" sldId="259"/>
            <ac:spMk id="61" creationId="{3E55F7F2-355D-3463-B4D6-4ADF022A8B51}"/>
          </ac:spMkLst>
        </pc:spChg>
        <pc:spChg chg="add mod">
          <ac:chgData name="Buhler, Tanya (RCMP/GRC)" userId="44b4bde7-4180-4c70-8946-02ab7213e3ae" providerId="ADAL" clId="{BBFAF53A-8642-47A9-A627-5702179526DF}" dt="2026-04-07T17:20:31.588" v="7780" actId="1038"/>
          <ac:spMkLst>
            <pc:docMk/>
            <pc:sldMk cId="4101907867" sldId="259"/>
            <ac:spMk id="62" creationId="{74226B0C-D23E-0AF6-D953-ABA8BFB02940}"/>
          </ac:spMkLst>
        </pc:spChg>
        <pc:picChg chg="mod">
          <ac:chgData name="Buhler, Tanya (RCMP/GRC)" userId="44b4bde7-4180-4c70-8946-02ab7213e3ae" providerId="ADAL" clId="{BBFAF53A-8642-47A9-A627-5702179526DF}" dt="2026-04-07T15:28:40.063" v="5327" actId="1076"/>
          <ac:picMkLst>
            <pc:docMk/>
            <pc:sldMk cId="4101907867" sldId="259"/>
            <ac:picMk id="10" creationId="{E63D174E-E685-E6F4-F60B-887432F4092D}"/>
          </ac:picMkLst>
        </pc:picChg>
        <pc:picChg chg="mod">
          <ac:chgData name="Buhler, Tanya (RCMP/GRC)" userId="44b4bde7-4180-4c70-8946-02ab7213e3ae" providerId="ADAL" clId="{BBFAF53A-8642-47A9-A627-5702179526DF}" dt="2026-04-07T15:19:17.910" v="5043" actId="1076"/>
          <ac:picMkLst>
            <pc:docMk/>
            <pc:sldMk cId="4101907867" sldId="259"/>
            <ac:picMk id="11" creationId="{DD34F42B-DA81-0245-0438-EAB640F7258F}"/>
          </ac:picMkLst>
        </pc:picChg>
        <pc:picChg chg="add mod">
          <ac:chgData name="Buhler, Tanya (RCMP/GRC)" userId="44b4bde7-4180-4c70-8946-02ab7213e3ae" providerId="ADAL" clId="{BBFAF53A-8642-47A9-A627-5702179526DF}" dt="2026-04-13T19:34:47.787" v="9571" actId="1035"/>
          <ac:picMkLst>
            <pc:docMk/>
            <pc:sldMk cId="4101907867" sldId="259"/>
            <ac:picMk id="15" creationId="{91F111F0-C3BA-A4B6-2D37-BAC412A80D16}"/>
          </ac:picMkLst>
        </pc:picChg>
        <pc:picChg chg="mod">
          <ac:chgData name="Buhler, Tanya (RCMP/GRC)" userId="44b4bde7-4180-4c70-8946-02ab7213e3ae" providerId="ADAL" clId="{BBFAF53A-8642-47A9-A627-5702179526DF}" dt="2026-04-07T16:22:08.210" v="5907" actId="1076"/>
          <ac:picMkLst>
            <pc:docMk/>
            <pc:sldMk cId="4101907867" sldId="259"/>
            <ac:picMk id="20" creationId="{B323390D-353E-3A00-DEBB-583AB1714903}"/>
          </ac:picMkLst>
        </pc:picChg>
        <pc:picChg chg="add del mod">
          <ac:chgData name="Buhler, Tanya (RCMP/GRC)" userId="44b4bde7-4180-4c70-8946-02ab7213e3ae" providerId="ADAL" clId="{BBFAF53A-8642-47A9-A627-5702179526DF}" dt="2026-04-07T15:25:44.237" v="5269" actId="1035"/>
          <ac:picMkLst>
            <pc:docMk/>
            <pc:sldMk cId="4101907867" sldId="259"/>
            <ac:picMk id="24" creationId="{322FDA50-B12F-8D27-DDDA-898073AD6B78}"/>
          </ac:picMkLst>
        </pc:picChg>
        <pc:picChg chg="mod">
          <ac:chgData name="Buhler, Tanya (RCMP/GRC)" userId="44b4bde7-4180-4c70-8946-02ab7213e3ae" providerId="ADAL" clId="{BBFAF53A-8642-47A9-A627-5702179526DF}" dt="2026-04-07T14:53:26.995" v="3957" actId="1036"/>
          <ac:picMkLst>
            <pc:docMk/>
            <pc:sldMk cId="4101907867" sldId="259"/>
            <ac:picMk id="25" creationId="{A9FCAC4B-6439-071A-E3F5-958E3291E916}"/>
          </ac:picMkLst>
        </pc:picChg>
        <pc:picChg chg="mod">
          <ac:chgData name="Buhler, Tanya (RCMP/GRC)" userId="44b4bde7-4180-4c70-8946-02ab7213e3ae" providerId="ADAL" clId="{BBFAF53A-8642-47A9-A627-5702179526DF}" dt="2026-04-07T16:22:43.272" v="5910" actId="1076"/>
          <ac:picMkLst>
            <pc:docMk/>
            <pc:sldMk cId="4101907867" sldId="259"/>
            <ac:picMk id="31" creationId="{0ADE7F25-7BD7-6435-9286-64BBAA2A4600}"/>
          </ac:picMkLst>
        </pc:picChg>
        <pc:picChg chg="mod">
          <ac:chgData name="Buhler, Tanya (RCMP/GRC)" userId="44b4bde7-4180-4c70-8946-02ab7213e3ae" providerId="ADAL" clId="{BBFAF53A-8642-47A9-A627-5702179526DF}" dt="2026-04-13T17:09:38.812" v="9476" actId="1076"/>
          <ac:picMkLst>
            <pc:docMk/>
            <pc:sldMk cId="4101907867" sldId="259"/>
            <ac:picMk id="37" creationId="{D1205FCD-E427-9563-6CBF-75FE827D1749}"/>
          </ac:picMkLst>
        </pc:picChg>
        <pc:picChg chg="mod">
          <ac:chgData name="Buhler, Tanya (RCMP/GRC)" userId="44b4bde7-4180-4c70-8946-02ab7213e3ae" providerId="ADAL" clId="{BBFAF53A-8642-47A9-A627-5702179526DF}" dt="2026-04-13T19:34:37.102" v="9568" actId="14100"/>
          <ac:picMkLst>
            <pc:docMk/>
            <pc:sldMk cId="4101907867" sldId="259"/>
            <ac:picMk id="39" creationId="{957F41ED-839A-EE3F-469A-C7076141B917}"/>
          </ac:picMkLst>
        </pc:picChg>
        <pc:picChg chg="mod">
          <ac:chgData name="Buhler, Tanya (RCMP/GRC)" userId="44b4bde7-4180-4c70-8946-02ab7213e3ae" providerId="ADAL" clId="{BBFAF53A-8642-47A9-A627-5702179526DF}" dt="2026-04-07T14:52:09.465" v="3911" actId="1076"/>
          <ac:picMkLst>
            <pc:docMk/>
            <pc:sldMk cId="4101907867" sldId="259"/>
            <ac:picMk id="40" creationId="{92679169-2286-1507-5E17-653C5E034779}"/>
          </ac:picMkLst>
        </pc:picChg>
        <pc:picChg chg="add mod">
          <ac:chgData name="Buhler, Tanya (RCMP/GRC)" userId="44b4bde7-4180-4c70-8946-02ab7213e3ae" providerId="ADAL" clId="{BBFAF53A-8642-47A9-A627-5702179526DF}" dt="2026-04-07T15:18:21.750" v="5030" actId="1076"/>
          <ac:picMkLst>
            <pc:docMk/>
            <pc:sldMk cId="4101907867" sldId="259"/>
            <ac:picMk id="41" creationId="{6F3D8E26-3429-AA4A-07F3-F60AB7371FBB}"/>
          </ac:picMkLst>
        </pc:picChg>
        <pc:picChg chg="add mod">
          <ac:chgData name="Buhler, Tanya (RCMP/GRC)" userId="44b4bde7-4180-4c70-8946-02ab7213e3ae" providerId="ADAL" clId="{BBFAF53A-8642-47A9-A627-5702179526DF}" dt="2026-04-07T15:25:26.651" v="5263" actId="1035"/>
          <ac:picMkLst>
            <pc:docMk/>
            <pc:sldMk cId="4101907867" sldId="259"/>
            <ac:picMk id="43" creationId="{1BCEA0B5-29AE-7984-0989-E824E699AE40}"/>
          </ac:picMkLst>
        </pc:picChg>
        <pc:picChg chg="add mod">
          <ac:chgData name="Buhler, Tanya (RCMP/GRC)" userId="44b4bde7-4180-4c70-8946-02ab7213e3ae" providerId="ADAL" clId="{BBFAF53A-8642-47A9-A627-5702179526DF}" dt="2026-04-07T15:25:10.729" v="5255" actId="1035"/>
          <ac:picMkLst>
            <pc:docMk/>
            <pc:sldMk cId="4101907867" sldId="259"/>
            <ac:picMk id="45" creationId="{BF542E16-0CE3-1673-733C-5B6B9FEE5580}"/>
          </ac:picMkLst>
        </pc:picChg>
        <pc:picChg chg="add mod">
          <ac:chgData name="Buhler, Tanya (RCMP/GRC)" userId="44b4bde7-4180-4c70-8946-02ab7213e3ae" providerId="ADAL" clId="{BBFAF53A-8642-47A9-A627-5702179526DF}" dt="2026-04-13T19:33:11.126" v="9560" actId="14100"/>
          <ac:picMkLst>
            <pc:docMk/>
            <pc:sldMk cId="4101907867" sldId="259"/>
            <ac:picMk id="47" creationId="{CD9971A8-8087-E282-1950-3E1A8E2D61A3}"/>
          </ac:picMkLst>
        </pc:picChg>
        <pc:picChg chg="add mod">
          <ac:chgData name="Buhler, Tanya (RCMP/GRC)" userId="44b4bde7-4180-4c70-8946-02ab7213e3ae" providerId="ADAL" clId="{BBFAF53A-8642-47A9-A627-5702179526DF}" dt="2026-04-07T15:31:44.027" v="5377" actId="14100"/>
          <ac:picMkLst>
            <pc:docMk/>
            <pc:sldMk cId="4101907867" sldId="259"/>
            <ac:picMk id="49" creationId="{80768981-86FD-AD79-2BAE-1E556D9EC783}"/>
          </ac:picMkLst>
        </pc:picChg>
        <pc:picChg chg="add mod">
          <ac:chgData name="Buhler, Tanya (RCMP/GRC)" userId="44b4bde7-4180-4c70-8946-02ab7213e3ae" providerId="ADAL" clId="{BBFAF53A-8642-47A9-A627-5702179526DF}" dt="2026-04-07T16:08:16.649" v="5798" actId="1076"/>
          <ac:picMkLst>
            <pc:docMk/>
            <pc:sldMk cId="4101907867" sldId="259"/>
            <ac:picMk id="50" creationId="{C525C80D-DBB4-DE4C-7035-92A3CF571961}"/>
          </ac:picMkLst>
        </pc:picChg>
        <pc:picChg chg="add mod">
          <ac:chgData name="Buhler, Tanya (RCMP/GRC)" userId="44b4bde7-4180-4c70-8946-02ab7213e3ae" providerId="ADAL" clId="{BBFAF53A-8642-47A9-A627-5702179526DF}" dt="2026-04-13T19:36:16.101" v="9576" actId="1076"/>
          <ac:picMkLst>
            <pc:docMk/>
            <pc:sldMk cId="4101907867" sldId="259"/>
            <ac:picMk id="53" creationId="{9F1CB0D5-5355-9341-CD80-B70BFB669F0F}"/>
          </ac:picMkLst>
        </pc:picChg>
        <pc:picChg chg="add mod">
          <ac:chgData name="Buhler, Tanya (RCMP/GRC)" userId="44b4bde7-4180-4c70-8946-02ab7213e3ae" providerId="ADAL" clId="{BBFAF53A-8642-47A9-A627-5702179526DF}" dt="2026-04-13T19:33:49.259" v="9564" actId="27349"/>
          <ac:picMkLst>
            <pc:docMk/>
            <pc:sldMk cId="4101907867" sldId="259"/>
            <ac:picMk id="58" creationId="{1D1E2B4A-426E-6EF3-D345-8C2B38169745}"/>
          </ac:picMkLst>
        </pc:picChg>
        <pc:picChg chg="add mod">
          <ac:chgData name="Buhler, Tanya (RCMP/GRC)" userId="44b4bde7-4180-4c70-8946-02ab7213e3ae" providerId="ADAL" clId="{BBFAF53A-8642-47A9-A627-5702179526DF}" dt="2026-04-07T17:44:32.954" v="8633" actId="1076"/>
          <ac:picMkLst>
            <pc:docMk/>
            <pc:sldMk cId="4101907867" sldId="259"/>
            <ac:picMk id="63" creationId="{2BE806B1-74D8-0607-F999-114065ACF7EF}"/>
          </ac:picMkLst>
        </pc:picChg>
        <pc:picChg chg="add mod">
          <ac:chgData name="Buhler, Tanya (RCMP/GRC)" userId="44b4bde7-4180-4c70-8946-02ab7213e3ae" providerId="ADAL" clId="{BBFAF53A-8642-47A9-A627-5702179526DF}" dt="2026-04-13T19:30:44.461" v="9547" actId="27349"/>
          <ac:picMkLst>
            <pc:docMk/>
            <pc:sldMk cId="4101907867" sldId="259"/>
            <ac:picMk id="65" creationId="{04B1F334-F617-796D-3186-838576445380}"/>
          </ac:picMkLst>
        </pc:picChg>
        <pc:picChg chg="add mod">
          <ac:chgData name="Buhler, Tanya (RCMP/GRC)" userId="44b4bde7-4180-4c70-8946-02ab7213e3ae" providerId="ADAL" clId="{BBFAF53A-8642-47A9-A627-5702179526DF}" dt="2026-04-13T19:32:17.792" v="9556" actId="14100"/>
          <ac:picMkLst>
            <pc:docMk/>
            <pc:sldMk cId="4101907867" sldId="259"/>
            <ac:picMk id="67" creationId="{8A10D9C0-5C10-E6CD-64B1-F1F1B741BB3E}"/>
          </ac:picMkLst>
        </pc:picChg>
        <pc:picChg chg="add mod">
          <ac:chgData name="Buhler, Tanya (RCMP/GRC)" userId="44b4bde7-4180-4c70-8946-02ab7213e3ae" providerId="ADAL" clId="{BBFAF53A-8642-47A9-A627-5702179526DF}" dt="2026-04-13T19:30:32.572" v="9545" actId="14100"/>
          <ac:picMkLst>
            <pc:docMk/>
            <pc:sldMk cId="4101907867" sldId="259"/>
            <ac:picMk id="69" creationId="{35E27282-A594-87B4-5512-51B0530F4A99}"/>
          </ac:picMkLst>
        </pc:picChg>
        <pc:picChg chg="add mod">
          <ac:chgData name="Buhler, Tanya (RCMP/GRC)" userId="44b4bde7-4180-4c70-8946-02ab7213e3ae" providerId="ADAL" clId="{BBFAF53A-8642-47A9-A627-5702179526DF}" dt="2026-04-13T19:30:20.159" v="9543" actId="14100"/>
          <ac:picMkLst>
            <pc:docMk/>
            <pc:sldMk cId="4101907867" sldId="259"/>
            <ac:picMk id="71" creationId="{37B2807F-0849-DDE0-D202-E033A4560790}"/>
          </ac:picMkLst>
        </pc:picChg>
        <pc:picChg chg="add mod">
          <ac:chgData name="Buhler, Tanya (RCMP/GRC)" userId="44b4bde7-4180-4c70-8946-02ab7213e3ae" providerId="ADAL" clId="{BBFAF53A-8642-47A9-A627-5702179526DF}" dt="2026-04-13T19:30:01.202" v="9541" actId="27349"/>
          <ac:picMkLst>
            <pc:docMk/>
            <pc:sldMk cId="4101907867" sldId="259"/>
            <ac:picMk id="73" creationId="{DCD5CA44-4101-4E86-7039-A0D723A77E6F}"/>
          </ac:picMkLst>
        </pc:picChg>
        <pc:cxnChg chg="mod">
          <ac:chgData name="Buhler, Tanya (RCMP/GRC)" userId="44b4bde7-4180-4c70-8946-02ab7213e3ae" providerId="ADAL" clId="{BBFAF53A-8642-47A9-A627-5702179526DF}" dt="2026-04-07T14:53:26.995" v="3957" actId="1036"/>
          <ac:cxnSpMkLst>
            <pc:docMk/>
            <pc:sldMk cId="4101907867" sldId="259"/>
            <ac:cxnSpMk id="21" creationId="{7ADE7BD9-4E46-4E51-9E69-39E7820D0D2E}"/>
          </ac:cxnSpMkLst>
        </pc:cxnChg>
        <pc:cxnChg chg="mod">
          <ac:chgData name="Buhler, Tanya (RCMP/GRC)" userId="44b4bde7-4180-4c70-8946-02ab7213e3ae" providerId="ADAL" clId="{BBFAF53A-8642-47A9-A627-5702179526DF}" dt="2026-04-07T14:53:03.661" v="3925" actId="1036"/>
          <ac:cxnSpMkLst>
            <pc:docMk/>
            <pc:sldMk cId="4101907867" sldId="259"/>
            <ac:cxnSpMk id="22" creationId="{133C8313-1BB5-D24E-FC83-8E2D6389E4AE}"/>
          </ac:cxnSpMkLst>
        </pc:cxnChg>
        <pc:cxnChg chg="mod">
          <ac:chgData name="Buhler, Tanya (RCMP/GRC)" userId="44b4bde7-4180-4c70-8946-02ab7213e3ae" providerId="ADAL" clId="{BBFAF53A-8642-47A9-A627-5702179526DF}" dt="2026-04-07T14:52:31.719" v="3912" actId="1076"/>
          <ac:cxnSpMkLst>
            <pc:docMk/>
            <pc:sldMk cId="4101907867" sldId="259"/>
            <ac:cxnSpMk id="23" creationId="{42479EF5-6271-15B4-B56F-82582B80C1F1}"/>
          </ac:cxnSpMkLst>
        </pc:cxnChg>
      </pc:sldChg>
      <pc:sldChg chg="addSp delSp modSp add mod ord modNotesTx">
        <pc:chgData name="Buhler, Tanya (RCMP/GRC)" userId="44b4bde7-4180-4c70-8946-02ab7213e3ae" providerId="ADAL" clId="{BBFAF53A-8642-47A9-A627-5702179526DF}" dt="2026-04-20T19:49:44.941" v="9933" actId="20577"/>
        <pc:sldMkLst>
          <pc:docMk/>
          <pc:sldMk cId="3249273472" sldId="260"/>
        </pc:sldMkLst>
        <pc:spChg chg="mod">
          <ac:chgData name="Buhler, Tanya (RCMP/GRC)" userId="44b4bde7-4180-4c70-8946-02ab7213e3ae" providerId="ADAL" clId="{BBFAF53A-8642-47A9-A627-5702179526DF}" dt="2026-04-07T17:00:59.001" v="7082" actId="20577"/>
          <ac:spMkLst>
            <pc:docMk/>
            <pc:sldMk cId="3249273472" sldId="260"/>
            <ac:spMk id="2" creationId="{34D33BFD-DD5E-4972-EF09-D2073A45EDBB}"/>
          </ac:spMkLst>
        </pc:spChg>
        <pc:spChg chg="mod">
          <ac:chgData name="Buhler, Tanya (RCMP/GRC)" userId="44b4bde7-4180-4c70-8946-02ab7213e3ae" providerId="ADAL" clId="{BBFAF53A-8642-47A9-A627-5702179526DF}" dt="2026-04-07T17:23:29.367" v="7871" actId="1036"/>
          <ac:spMkLst>
            <pc:docMk/>
            <pc:sldMk cId="3249273472" sldId="260"/>
            <ac:spMk id="3" creationId="{6F36D879-26CD-0E94-8A91-81BF4277FFF9}"/>
          </ac:spMkLst>
        </pc:spChg>
        <pc:spChg chg="mod">
          <ac:chgData name="Buhler, Tanya (RCMP/GRC)" userId="44b4bde7-4180-4c70-8946-02ab7213e3ae" providerId="ADAL" clId="{BBFAF53A-8642-47A9-A627-5702179526DF}" dt="2026-04-07T17:11:32.369" v="7720" actId="1037"/>
          <ac:spMkLst>
            <pc:docMk/>
            <pc:sldMk cId="3249273472" sldId="260"/>
            <ac:spMk id="4" creationId="{B6535B2F-00D6-B75E-C73B-BD5E5851CD2A}"/>
          </ac:spMkLst>
        </pc:spChg>
        <pc:spChg chg="mod">
          <ac:chgData name="Buhler, Tanya (RCMP/GRC)" userId="44b4bde7-4180-4c70-8946-02ab7213e3ae" providerId="ADAL" clId="{BBFAF53A-8642-47A9-A627-5702179526DF}" dt="2026-04-20T19:49:44.941" v="9933" actId="20577"/>
          <ac:spMkLst>
            <pc:docMk/>
            <pc:sldMk cId="3249273472" sldId="260"/>
            <ac:spMk id="5" creationId="{36199774-A758-F8DB-A52F-72526DA1E531}"/>
          </ac:spMkLst>
        </pc:spChg>
        <pc:spChg chg="mod">
          <ac:chgData name="Buhler, Tanya (RCMP/GRC)" userId="44b4bde7-4180-4c70-8946-02ab7213e3ae" providerId="ADAL" clId="{BBFAF53A-8642-47A9-A627-5702179526DF}" dt="2026-04-07T17:23:29.367" v="7871" actId="1036"/>
          <ac:spMkLst>
            <pc:docMk/>
            <pc:sldMk cId="3249273472" sldId="260"/>
            <ac:spMk id="6" creationId="{49FFDE03-3BCB-5AFF-7BF2-C0E5E92FDBCC}"/>
          </ac:spMkLst>
        </pc:spChg>
        <pc:spChg chg="add mod">
          <ac:chgData name="Buhler, Tanya (RCMP/GRC)" userId="44b4bde7-4180-4c70-8946-02ab7213e3ae" providerId="ADAL" clId="{BBFAF53A-8642-47A9-A627-5702179526DF}" dt="2026-04-07T17:21:51.610" v="7822" actId="115"/>
          <ac:spMkLst>
            <pc:docMk/>
            <pc:sldMk cId="3249273472" sldId="260"/>
            <ac:spMk id="12" creationId="{434D8A21-02DD-6469-C5BA-D8F615FC5462}"/>
          </ac:spMkLst>
        </pc:spChg>
        <pc:spChg chg="mod">
          <ac:chgData name="Buhler, Tanya (RCMP/GRC)" userId="44b4bde7-4180-4c70-8946-02ab7213e3ae" providerId="ADAL" clId="{BBFAF53A-8642-47A9-A627-5702179526DF}" dt="2026-04-07T17:11:32.369" v="7720" actId="1037"/>
          <ac:spMkLst>
            <pc:docMk/>
            <pc:sldMk cId="3249273472" sldId="260"/>
            <ac:spMk id="19" creationId="{B5C1E9BD-960F-6A8F-1E78-4C41B1D4E344}"/>
          </ac:spMkLst>
        </pc:spChg>
        <pc:spChg chg="mod">
          <ac:chgData name="Buhler, Tanya (RCMP/GRC)" userId="44b4bde7-4180-4c70-8946-02ab7213e3ae" providerId="ADAL" clId="{BBFAF53A-8642-47A9-A627-5702179526DF}" dt="2026-04-07T17:10:02.944" v="7609" actId="1037"/>
          <ac:spMkLst>
            <pc:docMk/>
            <pc:sldMk cId="3249273472" sldId="260"/>
            <ac:spMk id="27" creationId="{E274B71A-CEBA-8027-792D-47D7CB18CABE}"/>
          </ac:spMkLst>
        </pc:spChg>
        <pc:spChg chg="mod">
          <ac:chgData name="Buhler, Tanya (RCMP/GRC)" userId="44b4bde7-4180-4c70-8946-02ab7213e3ae" providerId="ADAL" clId="{BBFAF53A-8642-47A9-A627-5702179526DF}" dt="2026-04-07T17:33:43.550" v="8056" actId="20577"/>
          <ac:spMkLst>
            <pc:docMk/>
            <pc:sldMk cId="3249273472" sldId="260"/>
            <ac:spMk id="28" creationId="{986CE991-26BC-633A-D9D1-BFFA58D90ABB}"/>
          </ac:spMkLst>
        </pc:spChg>
        <pc:spChg chg="add del mod">
          <ac:chgData name="Buhler, Tanya (RCMP/GRC)" userId="44b4bde7-4180-4c70-8946-02ab7213e3ae" providerId="ADAL" clId="{BBFAF53A-8642-47A9-A627-5702179526DF}" dt="2026-04-07T17:34:54.088" v="8061" actId="478"/>
          <ac:spMkLst>
            <pc:docMk/>
            <pc:sldMk cId="3249273472" sldId="260"/>
            <ac:spMk id="29" creationId="{E7F1C82D-1610-BFF0-D0F2-797E6152C19E}"/>
          </ac:spMkLst>
        </pc:spChg>
        <pc:spChg chg="mod">
          <ac:chgData name="Buhler, Tanya (RCMP/GRC)" userId="44b4bde7-4180-4c70-8946-02ab7213e3ae" providerId="ADAL" clId="{BBFAF53A-8642-47A9-A627-5702179526DF}" dt="2026-04-07T17:10:02.944" v="7609" actId="1037"/>
          <ac:spMkLst>
            <pc:docMk/>
            <pc:sldMk cId="3249273472" sldId="260"/>
            <ac:spMk id="30" creationId="{A0D09061-E1CD-670E-33CC-106822D10D41}"/>
          </ac:spMkLst>
        </pc:spChg>
        <pc:spChg chg="mod">
          <ac:chgData name="Buhler, Tanya (RCMP/GRC)" userId="44b4bde7-4180-4c70-8946-02ab7213e3ae" providerId="ADAL" clId="{BBFAF53A-8642-47A9-A627-5702179526DF}" dt="2026-04-07T17:10:15.950" v="7673" actId="1037"/>
          <ac:spMkLst>
            <pc:docMk/>
            <pc:sldMk cId="3249273472" sldId="260"/>
            <ac:spMk id="33" creationId="{00228EA0-AEDA-F73B-5042-9AC8D882B39F}"/>
          </ac:spMkLst>
        </pc:spChg>
        <pc:spChg chg="mod">
          <ac:chgData name="Buhler, Tanya (RCMP/GRC)" userId="44b4bde7-4180-4c70-8946-02ab7213e3ae" providerId="ADAL" clId="{BBFAF53A-8642-47A9-A627-5702179526DF}" dt="2026-04-07T17:33:47.775" v="8057" actId="20577"/>
          <ac:spMkLst>
            <pc:docMk/>
            <pc:sldMk cId="3249273472" sldId="260"/>
            <ac:spMk id="34" creationId="{7FFC79E3-5587-3C94-8702-B1D89BB7334C}"/>
          </ac:spMkLst>
        </pc:spChg>
        <pc:spChg chg="mod">
          <ac:chgData name="Buhler, Tanya (RCMP/GRC)" userId="44b4bde7-4180-4c70-8946-02ab7213e3ae" providerId="ADAL" clId="{BBFAF53A-8642-47A9-A627-5702179526DF}" dt="2026-04-07T17:10:15.950" v="7673" actId="1037"/>
          <ac:spMkLst>
            <pc:docMk/>
            <pc:sldMk cId="3249273472" sldId="260"/>
            <ac:spMk id="35" creationId="{901BA583-0DD9-2FE0-C338-BB28CCDEC439}"/>
          </ac:spMkLst>
        </pc:spChg>
        <pc:spChg chg="mod">
          <ac:chgData name="Buhler, Tanya (RCMP/GRC)" userId="44b4bde7-4180-4c70-8946-02ab7213e3ae" providerId="ADAL" clId="{BBFAF53A-8642-47A9-A627-5702179526DF}" dt="2026-04-07T17:10:15.950" v="7673" actId="1037"/>
          <ac:spMkLst>
            <pc:docMk/>
            <pc:sldMk cId="3249273472" sldId="260"/>
            <ac:spMk id="36" creationId="{5B56A962-2525-0208-85E9-9532C55DDEA7}"/>
          </ac:spMkLst>
        </pc:spChg>
        <pc:spChg chg="mod">
          <ac:chgData name="Buhler, Tanya (RCMP/GRC)" userId="44b4bde7-4180-4c70-8946-02ab7213e3ae" providerId="ADAL" clId="{BBFAF53A-8642-47A9-A627-5702179526DF}" dt="2026-04-07T17:02:58.759" v="7167" actId="1076"/>
          <ac:spMkLst>
            <pc:docMk/>
            <pc:sldMk cId="3249273472" sldId="260"/>
            <ac:spMk id="38" creationId="{A2713E36-114D-4A2C-4DA3-675902E81E02}"/>
          </ac:spMkLst>
        </pc:spChg>
        <pc:spChg chg="mod">
          <ac:chgData name="Buhler, Tanya (RCMP/GRC)" userId="44b4bde7-4180-4c70-8946-02ab7213e3ae" providerId="ADAL" clId="{BBFAF53A-8642-47A9-A627-5702179526DF}" dt="2026-04-07T17:11:32.369" v="7720" actId="1037"/>
          <ac:spMkLst>
            <pc:docMk/>
            <pc:sldMk cId="3249273472" sldId="260"/>
            <ac:spMk id="51" creationId="{BC187408-6D95-8C17-D0F8-64FB65AA5562}"/>
          </ac:spMkLst>
        </pc:spChg>
        <pc:spChg chg="mod">
          <ac:chgData name="Buhler, Tanya (RCMP/GRC)" userId="44b4bde7-4180-4c70-8946-02ab7213e3ae" providerId="ADAL" clId="{BBFAF53A-8642-47A9-A627-5702179526DF}" dt="2026-04-07T17:15:47.322" v="7740" actId="20577"/>
          <ac:spMkLst>
            <pc:docMk/>
            <pc:sldMk cId="3249273472" sldId="260"/>
            <ac:spMk id="56" creationId="{5870E0D8-515C-3937-438C-76E386C4BAAC}"/>
          </ac:spMkLst>
        </pc:spChg>
        <pc:spChg chg="mod">
          <ac:chgData name="Buhler, Tanya (RCMP/GRC)" userId="44b4bde7-4180-4c70-8946-02ab7213e3ae" providerId="ADAL" clId="{BBFAF53A-8642-47A9-A627-5702179526DF}" dt="2026-04-07T17:11:32.369" v="7720" actId="1037"/>
          <ac:spMkLst>
            <pc:docMk/>
            <pc:sldMk cId="3249273472" sldId="260"/>
            <ac:spMk id="57" creationId="{F598EEB5-D546-F34D-BE69-B964E62AACF7}"/>
          </ac:spMkLst>
        </pc:spChg>
        <pc:spChg chg="mod">
          <ac:chgData name="Buhler, Tanya (RCMP/GRC)" userId="44b4bde7-4180-4c70-8946-02ab7213e3ae" providerId="ADAL" clId="{BBFAF53A-8642-47A9-A627-5702179526DF}" dt="2026-04-07T17:15:56.544" v="7741" actId="14100"/>
          <ac:spMkLst>
            <pc:docMk/>
            <pc:sldMk cId="3249273472" sldId="260"/>
            <ac:spMk id="61" creationId="{F7CF53DB-B526-7390-77EC-3A747D7A7330}"/>
          </ac:spMkLst>
        </pc:spChg>
        <pc:picChg chg="mod">
          <ac:chgData name="Buhler, Tanya (RCMP/GRC)" userId="44b4bde7-4180-4c70-8946-02ab7213e3ae" providerId="ADAL" clId="{BBFAF53A-8642-47A9-A627-5702179526DF}" dt="2026-04-07T17:23:29.367" v="7871" actId="1036"/>
          <ac:picMkLst>
            <pc:docMk/>
            <pc:sldMk cId="3249273472" sldId="260"/>
            <ac:picMk id="8" creationId="{A202F5C0-5BE1-DF3E-677E-B1ACCF18DF5E}"/>
          </ac:picMkLst>
        </pc:picChg>
        <pc:picChg chg="add mod">
          <ac:chgData name="Buhler, Tanya (RCMP/GRC)" userId="44b4bde7-4180-4c70-8946-02ab7213e3ae" providerId="ADAL" clId="{BBFAF53A-8642-47A9-A627-5702179526DF}" dt="2026-04-07T17:45:17.610" v="8637" actId="1076"/>
          <ac:picMkLst>
            <pc:docMk/>
            <pc:sldMk cId="3249273472" sldId="260"/>
            <ac:picMk id="15" creationId="{251A3BA4-E5C5-DAD9-F7B3-AC1A2E9D39A8}"/>
          </ac:picMkLst>
        </pc:picChg>
        <pc:picChg chg="mod">
          <ac:chgData name="Buhler, Tanya (RCMP/GRC)" userId="44b4bde7-4180-4c70-8946-02ab7213e3ae" providerId="ADAL" clId="{BBFAF53A-8642-47A9-A627-5702179526DF}" dt="2026-04-07T17:23:29.367" v="7871" actId="1036"/>
          <ac:picMkLst>
            <pc:docMk/>
            <pc:sldMk cId="3249273472" sldId="260"/>
            <ac:picMk id="49" creationId="{4F728A15-84D2-0821-5A51-748028B3E3AC}"/>
          </ac:picMkLst>
        </pc:picChg>
        <pc:picChg chg="mod">
          <ac:chgData name="Buhler, Tanya (RCMP/GRC)" userId="44b4bde7-4180-4c70-8946-02ab7213e3ae" providerId="ADAL" clId="{BBFAF53A-8642-47A9-A627-5702179526DF}" dt="2026-04-07T17:23:29.367" v="7871" actId="1036"/>
          <ac:picMkLst>
            <pc:docMk/>
            <pc:sldMk cId="3249273472" sldId="260"/>
            <ac:picMk id="50" creationId="{D410042B-5323-6CB2-1586-777E79B08AFD}"/>
          </ac:picMkLst>
        </pc:picChg>
        <pc:cxnChg chg="mod">
          <ac:chgData name="Buhler, Tanya (RCMP/GRC)" userId="44b4bde7-4180-4c70-8946-02ab7213e3ae" providerId="ADAL" clId="{BBFAF53A-8642-47A9-A627-5702179526DF}" dt="2026-04-07T17:02:30.803" v="7163" actId="1036"/>
          <ac:cxnSpMkLst>
            <pc:docMk/>
            <pc:sldMk cId="3249273472" sldId="260"/>
            <ac:cxnSpMk id="21" creationId="{A23E5113-533D-12ED-3358-D87C88A42DC8}"/>
          </ac:cxnSpMkLst>
        </pc:cxnChg>
        <pc:cxnChg chg="mod">
          <ac:chgData name="Buhler, Tanya (RCMP/GRC)" userId="44b4bde7-4180-4c70-8946-02ab7213e3ae" providerId="ADAL" clId="{BBFAF53A-8642-47A9-A627-5702179526DF}" dt="2026-04-07T17:03:23.797" v="7238" actId="1035"/>
          <ac:cxnSpMkLst>
            <pc:docMk/>
            <pc:sldMk cId="3249273472" sldId="260"/>
            <ac:cxnSpMk id="22" creationId="{741B053F-4E11-8ADE-6F54-9E106F5D69BD}"/>
          </ac:cxnSpMkLst>
        </pc:cxnChg>
        <pc:cxnChg chg="mod">
          <ac:chgData name="Buhler, Tanya (RCMP/GRC)" userId="44b4bde7-4180-4c70-8946-02ab7213e3ae" providerId="ADAL" clId="{BBFAF53A-8642-47A9-A627-5702179526DF}" dt="2026-04-07T17:03:37.722" v="7241" actId="1035"/>
          <ac:cxnSpMkLst>
            <pc:docMk/>
            <pc:sldMk cId="3249273472" sldId="260"/>
            <ac:cxnSpMk id="23" creationId="{892903B3-4741-C320-B5DF-B4F910C06233}"/>
          </ac:cxnSpMkLst>
        </pc:cxnChg>
      </pc:sldChg>
      <pc:sldChg chg="addSp delSp modSp add mod ord modNotesTx">
        <pc:chgData name="Buhler, Tanya (RCMP/GRC)" userId="44b4bde7-4180-4c70-8946-02ab7213e3ae" providerId="ADAL" clId="{BBFAF53A-8642-47A9-A627-5702179526DF}" dt="2026-04-27T12:50:43.305" v="13348" actId="1076"/>
        <pc:sldMkLst>
          <pc:docMk/>
          <pc:sldMk cId="1905859554" sldId="261"/>
        </pc:sldMkLst>
        <pc:spChg chg="mod">
          <ac:chgData name="Buhler, Tanya (RCMP/GRC)" userId="44b4bde7-4180-4c70-8946-02ab7213e3ae" providerId="ADAL" clId="{BBFAF53A-8642-47A9-A627-5702179526DF}" dt="2026-04-27T12:43:12.597" v="13310" actId="1076"/>
          <ac:spMkLst>
            <pc:docMk/>
            <pc:sldMk cId="1905859554" sldId="261"/>
            <ac:spMk id="2" creationId="{C921CBAE-06A8-721D-6CDC-E15F66ADEF39}"/>
          </ac:spMkLst>
        </pc:spChg>
        <pc:spChg chg="add mod">
          <ac:chgData name="Buhler, Tanya (RCMP/GRC)" userId="44b4bde7-4180-4c70-8946-02ab7213e3ae" providerId="ADAL" clId="{BBFAF53A-8642-47A9-A627-5702179526DF}" dt="2026-04-23T15:33:26.731" v="12780" actId="255"/>
          <ac:spMkLst>
            <pc:docMk/>
            <pc:sldMk cId="1905859554" sldId="261"/>
            <ac:spMk id="3" creationId="{1166FA68-9CC1-51DD-59E6-04A550B8A71C}"/>
          </ac:spMkLst>
        </pc:spChg>
        <pc:spChg chg="mod">
          <ac:chgData name="Buhler, Tanya (RCMP/GRC)" userId="44b4bde7-4180-4c70-8946-02ab7213e3ae" providerId="ADAL" clId="{BBFAF53A-8642-47A9-A627-5702179526DF}" dt="2026-04-27T12:42:57.297" v="13309" actId="20577"/>
          <ac:spMkLst>
            <pc:docMk/>
            <pc:sldMk cId="1905859554" sldId="261"/>
            <ac:spMk id="5" creationId="{7A7FCB0E-16AD-2F64-DB95-2F8E0B3D5446}"/>
          </ac:spMkLst>
        </pc:spChg>
        <pc:spChg chg="add mod">
          <ac:chgData name="Buhler, Tanya (RCMP/GRC)" userId="44b4bde7-4180-4c70-8946-02ab7213e3ae" providerId="ADAL" clId="{BBFAF53A-8642-47A9-A627-5702179526DF}" dt="2026-04-27T12:50:13.200" v="13343" actId="1076"/>
          <ac:spMkLst>
            <pc:docMk/>
            <pc:sldMk cId="1905859554" sldId="261"/>
            <ac:spMk id="6" creationId="{4823EB1F-3F0F-8355-F8F4-739E069AA558}"/>
          </ac:spMkLst>
        </pc:spChg>
        <pc:spChg chg="add mod">
          <ac:chgData name="Buhler, Tanya (RCMP/GRC)" userId="44b4bde7-4180-4c70-8946-02ab7213e3ae" providerId="ADAL" clId="{BBFAF53A-8642-47A9-A627-5702179526DF}" dt="2026-04-27T12:50:18.073" v="13344" actId="1076"/>
          <ac:spMkLst>
            <pc:docMk/>
            <pc:sldMk cId="1905859554" sldId="261"/>
            <ac:spMk id="7" creationId="{5051ECF1-1711-455C-2DDF-D6665A3BDE97}"/>
          </ac:spMkLst>
        </pc:spChg>
        <pc:spChg chg="add mod">
          <ac:chgData name="Buhler, Tanya (RCMP/GRC)" userId="44b4bde7-4180-4c70-8946-02ab7213e3ae" providerId="ADAL" clId="{BBFAF53A-8642-47A9-A627-5702179526DF}" dt="2026-04-27T12:50:06.821" v="13342" actId="1076"/>
          <ac:spMkLst>
            <pc:docMk/>
            <pc:sldMk cId="1905859554" sldId="261"/>
            <ac:spMk id="8" creationId="{BB3D208B-23C8-0429-24AE-1B9A248D2F9F}"/>
          </ac:spMkLst>
        </pc:spChg>
        <pc:spChg chg="add mod">
          <ac:chgData name="Buhler, Tanya (RCMP/GRC)" userId="44b4bde7-4180-4c70-8946-02ab7213e3ae" providerId="ADAL" clId="{BBFAF53A-8642-47A9-A627-5702179526DF}" dt="2026-04-27T12:50:25.185" v="13345" actId="1076"/>
          <ac:spMkLst>
            <pc:docMk/>
            <pc:sldMk cId="1905859554" sldId="261"/>
            <ac:spMk id="9" creationId="{2D268F6B-64E6-D4EB-8C36-4FD3C9939067}"/>
          </ac:spMkLst>
        </pc:spChg>
        <pc:spChg chg="add mod">
          <ac:chgData name="Buhler, Tanya (RCMP/GRC)" userId="44b4bde7-4180-4c70-8946-02ab7213e3ae" providerId="ADAL" clId="{BBFAF53A-8642-47A9-A627-5702179526DF}" dt="2026-04-27T12:49:34.393" v="13339" actId="1076"/>
          <ac:spMkLst>
            <pc:docMk/>
            <pc:sldMk cId="1905859554" sldId="261"/>
            <ac:spMk id="10" creationId="{E13BFA7B-54D4-F6CD-7383-2246A10F5652}"/>
          </ac:spMkLst>
        </pc:spChg>
        <pc:spChg chg="add mod">
          <ac:chgData name="Buhler, Tanya (RCMP/GRC)" userId="44b4bde7-4180-4c70-8946-02ab7213e3ae" providerId="ADAL" clId="{BBFAF53A-8642-47A9-A627-5702179526DF}" dt="2026-04-27T12:50:30.789" v="13346" actId="1076"/>
          <ac:spMkLst>
            <pc:docMk/>
            <pc:sldMk cId="1905859554" sldId="261"/>
            <ac:spMk id="11" creationId="{2B00C876-F880-CCCE-DEE9-68C5CC898BEE}"/>
          </ac:spMkLst>
        </pc:spChg>
        <pc:spChg chg="mod">
          <ac:chgData name="Buhler, Tanya (RCMP/GRC)" userId="44b4bde7-4180-4c70-8946-02ab7213e3ae" providerId="ADAL" clId="{BBFAF53A-8642-47A9-A627-5702179526DF}" dt="2026-04-22T16:20:22.850" v="11200" actId="20577"/>
          <ac:spMkLst>
            <pc:docMk/>
            <pc:sldMk cId="1905859554" sldId="261"/>
            <ac:spMk id="12" creationId="{9D0BC55B-2058-3379-678E-20B919286C15}"/>
          </ac:spMkLst>
        </pc:spChg>
        <pc:spChg chg="add mod">
          <ac:chgData name="Buhler, Tanya (RCMP/GRC)" userId="44b4bde7-4180-4c70-8946-02ab7213e3ae" providerId="ADAL" clId="{BBFAF53A-8642-47A9-A627-5702179526DF}" dt="2026-04-27T12:43:42.880" v="13314" actId="1076"/>
          <ac:spMkLst>
            <pc:docMk/>
            <pc:sldMk cId="1905859554" sldId="261"/>
            <ac:spMk id="13" creationId="{F3114DE8-A071-79F4-0C86-475F308096E0}"/>
          </ac:spMkLst>
        </pc:spChg>
        <pc:spChg chg="add mod">
          <ac:chgData name="Buhler, Tanya (RCMP/GRC)" userId="44b4bde7-4180-4c70-8946-02ab7213e3ae" providerId="ADAL" clId="{BBFAF53A-8642-47A9-A627-5702179526DF}" dt="2026-04-27T12:43:54.554" v="13315" actId="1076"/>
          <ac:spMkLst>
            <pc:docMk/>
            <pc:sldMk cId="1905859554" sldId="261"/>
            <ac:spMk id="14" creationId="{77932847-DE04-4090-153C-7E2FADC7C7F1}"/>
          </ac:spMkLst>
        </pc:spChg>
        <pc:spChg chg="add mod">
          <ac:chgData name="Buhler, Tanya (RCMP/GRC)" userId="44b4bde7-4180-4c70-8946-02ab7213e3ae" providerId="ADAL" clId="{BBFAF53A-8642-47A9-A627-5702179526DF}" dt="2026-04-27T12:49:44.945" v="13340" actId="1076"/>
          <ac:spMkLst>
            <pc:docMk/>
            <pc:sldMk cId="1905859554" sldId="261"/>
            <ac:spMk id="15" creationId="{BE31294B-6D48-3AA3-425F-747B207A2968}"/>
          </ac:spMkLst>
        </pc:spChg>
        <pc:spChg chg="add mod">
          <ac:chgData name="Buhler, Tanya (RCMP/GRC)" userId="44b4bde7-4180-4c70-8946-02ab7213e3ae" providerId="ADAL" clId="{BBFAF53A-8642-47A9-A627-5702179526DF}" dt="2026-04-27T12:49:13.612" v="13336" actId="1076"/>
          <ac:spMkLst>
            <pc:docMk/>
            <pc:sldMk cId="1905859554" sldId="261"/>
            <ac:spMk id="22" creationId="{5EA537F8-96F1-695D-2DE6-13F0103011CD}"/>
          </ac:spMkLst>
        </pc:spChg>
        <pc:picChg chg="add mod">
          <ac:chgData name="Buhler, Tanya (RCMP/GRC)" userId="44b4bde7-4180-4c70-8946-02ab7213e3ae" providerId="ADAL" clId="{BBFAF53A-8642-47A9-A627-5702179526DF}" dt="2026-04-23T16:50:25.221" v="12873" actId="1076"/>
          <ac:picMkLst>
            <pc:docMk/>
            <pc:sldMk cId="1905859554" sldId="261"/>
            <ac:picMk id="18" creationId="{5FA09549-1B7D-18C8-15EE-59AEC7820554}"/>
          </ac:picMkLst>
        </pc:picChg>
        <pc:picChg chg="add mod">
          <ac:chgData name="Buhler, Tanya (RCMP/GRC)" userId="44b4bde7-4180-4c70-8946-02ab7213e3ae" providerId="ADAL" clId="{BBFAF53A-8642-47A9-A627-5702179526DF}" dt="2026-04-27T12:27:50.865" v="13269" actId="14100"/>
          <ac:picMkLst>
            <pc:docMk/>
            <pc:sldMk cId="1905859554" sldId="261"/>
            <ac:picMk id="25" creationId="{A5238456-CE9E-563D-565D-00546CCC66CF}"/>
          </ac:picMkLst>
        </pc:picChg>
        <pc:picChg chg="add mod">
          <ac:chgData name="Buhler, Tanya (RCMP/GRC)" userId="44b4bde7-4180-4c70-8946-02ab7213e3ae" providerId="ADAL" clId="{BBFAF53A-8642-47A9-A627-5702179526DF}" dt="2026-04-27T12:48:25.788" v="13330" actId="1076"/>
          <ac:picMkLst>
            <pc:docMk/>
            <pc:sldMk cId="1905859554" sldId="261"/>
            <ac:picMk id="32" creationId="{FB3309A6-1642-73EC-1BCA-058BAF7FFDC1}"/>
          </ac:picMkLst>
        </pc:picChg>
        <pc:picChg chg="add mod">
          <ac:chgData name="Buhler, Tanya (RCMP/GRC)" userId="44b4bde7-4180-4c70-8946-02ab7213e3ae" providerId="ADAL" clId="{BBFAF53A-8642-47A9-A627-5702179526DF}" dt="2026-04-27T12:50:38.248" v="13347" actId="1076"/>
          <ac:picMkLst>
            <pc:docMk/>
            <pc:sldMk cId="1905859554" sldId="261"/>
            <ac:picMk id="36" creationId="{605B4261-F733-F298-141B-DBF2C5177E24}"/>
          </ac:picMkLst>
        </pc:picChg>
        <pc:picChg chg="add mod">
          <ac:chgData name="Buhler, Tanya (RCMP/GRC)" userId="44b4bde7-4180-4c70-8946-02ab7213e3ae" providerId="ADAL" clId="{BBFAF53A-8642-47A9-A627-5702179526DF}" dt="2026-04-27T12:50:43.305" v="13348" actId="1076"/>
          <ac:picMkLst>
            <pc:docMk/>
            <pc:sldMk cId="1905859554" sldId="261"/>
            <ac:picMk id="38" creationId="{C723C349-3417-A474-E03D-1D7FEE8E6520}"/>
          </ac:picMkLst>
        </pc:picChg>
        <pc:cxnChg chg="add mod">
          <ac:chgData name="Buhler, Tanya (RCMP/GRC)" userId="44b4bde7-4180-4c70-8946-02ab7213e3ae" providerId="ADAL" clId="{BBFAF53A-8642-47A9-A627-5702179526DF}" dt="2026-04-27T12:43:36.845" v="13313" actId="1076"/>
          <ac:cxnSpMkLst>
            <pc:docMk/>
            <pc:sldMk cId="1905859554" sldId="261"/>
            <ac:cxnSpMk id="4" creationId="{9FF09B07-0AFD-AC56-0010-BC7DA1E53451}"/>
          </ac:cxnSpMkLst>
        </pc:cxnChg>
        <pc:cxnChg chg="add mod">
          <ac:chgData name="Buhler, Tanya (RCMP/GRC)" userId="44b4bde7-4180-4c70-8946-02ab7213e3ae" providerId="ADAL" clId="{BBFAF53A-8642-47A9-A627-5702179526DF}" dt="2026-04-27T12:50:01.141" v="13341" actId="1076"/>
          <ac:cxnSpMkLst>
            <pc:docMk/>
            <pc:sldMk cId="1905859554" sldId="261"/>
            <ac:cxnSpMk id="16" creationId="{CA5512A1-D523-A299-D802-86332BB56F6C}"/>
          </ac:cxnSpMkLst>
        </pc:cxnChg>
      </pc:sldChg>
      <pc:sldChg chg="addSp delSp modSp add mod ord modNotesTx">
        <pc:chgData name="Buhler, Tanya (RCMP/GRC)" userId="44b4bde7-4180-4c70-8946-02ab7213e3ae" providerId="ADAL" clId="{BBFAF53A-8642-47A9-A627-5702179526DF}" dt="2026-04-13T19:42:20.128" v="9595" actId="20577"/>
        <pc:sldMkLst>
          <pc:docMk/>
          <pc:sldMk cId="1668673259" sldId="262"/>
        </pc:sldMkLst>
        <pc:spChg chg="mod">
          <ac:chgData name="Buhler, Tanya (RCMP/GRC)" userId="44b4bde7-4180-4c70-8946-02ab7213e3ae" providerId="ADAL" clId="{BBFAF53A-8642-47A9-A627-5702179526DF}" dt="2026-04-07T17:50:48.771" v="8760" actId="20577"/>
          <ac:spMkLst>
            <pc:docMk/>
            <pc:sldMk cId="1668673259" sldId="262"/>
            <ac:spMk id="2" creationId="{24450580-B163-BEB2-9A13-20BEBF8F0A09}"/>
          </ac:spMkLst>
        </pc:spChg>
        <pc:spChg chg="mod">
          <ac:chgData name="Buhler, Tanya (RCMP/GRC)" userId="44b4bde7-4180-4c70-8946-02ab7213e3ae" providerId="ADAL" clId="{BBFAF53A-8642-47A9-A627-5702179526DF}" dt="2026-04-07T17:52:04.053" v="8768" actId="1076"/>
          <ac:spMkLst>
            <pc:docMk/>
            <pc:sldMk cId="1668673259" sldId="262"/>
            <ac:spMk id="3" creationId="{058626BF-864D-AD32-46F6-2926492AC98D}"/>
          </ac:spMkLst>
        </pc:spChg>
        <pc:spChg chg="mod">
          <ac:chgData name="Buhler, Tanya (RCMP/GRC)" userId="44b4bde7-4180-4c70-8946-02ab7213e3ae" providerId="ADAL" clId="{BBFAF53A-8642-47A9-A627-5702179526DF}" dt="2026-04-07T17:56:39.318" v="8792" actId="1076"/>
          <ac:spMkLst>
            <pc:docMk/>
            <pc:sldMk cId="1668673259" sldId="262"/>
            <ac:spMk id="4" creationId="{EA397843-4D78-1F33-E146-7C9FF4E4A934}"/>
          </ac:spMkLst>
        </pc:spChg>
        <pc:spChg chg="mod">
          <ac:chgData name="Buhler, Tanya (RCMP/GRC)" userId="44b4bde7-4180-4c70-8946-02ab7213e3ae" providerId="ADAL" clId="{BBFAF53A-8642-47A9-A627-5702179526DF}" dt="2026-04-07T17:48:09.838" v="8671" actId="20577"/>
          <ac:spMkLst>
            <pc:docMk/>
            <pc:sldMk cId="1668673259" sldId="262"/>
            <ac:spMk id="5" creationId="{8D08E93A-0864-5E04-4158-1654500D922C}"/>
          </ac:spMkLst>
        </pc:spChg>
        <pc:spChg chg="mod">
          <ac:chgData name="Buhler, Tanya (RCMP/GRC)" userId="44b4bde7-4180-4c70-8946-02ab7213e3ae" providerId="ADAL" clId="{BBFAF53A-8642-47A9-A627-5702179526DF}" dt="2026-04-07T17:52:16.141" v="8769" actId="1076"/>
          <ac:spMkLst>
            <pc:docMk/>
            <pc:sldMk cId="1668673259" sldId="262"/>
            <ac:spMk id="6" creationId="{416D3013-B215-C7C7-6608-8E037EF3EC7C}"/>
          </ac:spMkLst>
        </pc:spChg>
        <pc:spChg chg="mod">
          <ac:chgData name="Buhler, Tanya (RCMP/GRC)" userId="44b4bde7-4180-4c70-8946-02ab7213e3ae" providerId="ADAL" clId="{BBFAF53A-8642-47A9-A627-5702179526DF}" dt="2026-04-07T17:52:53.233" v="8772" actId="1076"/>
          <ac:spMkLst>
            <pc:docMk/>
            <pc:sldMk cId="1668673259" sldId="262"/>
            <ac:spMk id="9" creationId="{BDD97E92-9CD4-0F86-3583-24D2012209FC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19" creationId="{2F118BCD-7862-067C-6127-9279A66A43C9}"/>
          </ac:spMkLst>
        </pc:spChg>
        <pc:spChg chg="mod">
          <ac:chgData name="Buhler, Tanya (RCMP/GRC)" userId="44b4bde7-4180-4c70-8946-02ab7213e3ae" providerId="ADAL" clId="{BBFAF53A-8642-47A9-A627-5702179526DF}" dt="2026-04-07T17:58:03.763" v="8900" actId="1035"/>
          <ac:spMkLst>
            <pc:docMk/>
            <pc:sldMk cId="1668673259" sldId="262"/>
            <ac:spMk id="26" creationId="{F6C78F89-DCCF-57EC-E7C4-46FE8C2FD6B8}"/>
          </ac:spMkLst>
        </pc:spChg>
        <pc:spChg chg="mod">
          <ac:chgData name="Buhler, Tanya (RCMP/GRC)" userId="44b4bde7-4180-4c70-8946-02ab7213e3ae" providerId="ADAL" clId="{BBFAF53A-8642-47A9-A627-5702179526DF}" dt="2026-04-07T17:58:03.763" v="8900" actId="1035"/>
          <ac:spMkLst>
            <pc:docMk/>
            <pc:sldMk cId="1668673259" sldId="262"/>
            <ac:spMk id="27" creationId="{11D3ECEB-D24B-06E0-E042-0DA43188E732}"/>
          </ac:spMkLst>
        </pc:spChg>
        <pc:spChg chg="mod">
          <ac:chgData name="Buhler, Tanya (RCMP/GRC)" userId="44b4bde7-4180-4c70-8946-02ab7213e3ae" providerId="ADAL" clId="{BBFAF53A-8642-47A9-A627-5702179526DF}" dt="2026-04-07T17:58:03.763" v="8900" actId="1035"/>
          <ac:spMkLst>
            <pc:docMk/>
            <pc:sldMk cId="1668673259" sldId="262"/>
            <ac:spMk id="28" creationId="{B43DD465-6802-B36B-14D1-FC947B75720A}"/>
          </ac:spMkLst>
        </pc:spChg>
        <pc:spChg chg="mod">
          <ac:chgData name="Buhler, Tanya (RCMP/GRC)" userId="44b4bde7-4180-4c70-8946-02ab7213e3ae" providerId="ADAL" clId="{BBFAF53A-8642-47A9-A627-5702179526DF}" dt="2026-04-07T17:58:03.763" v="8900" actId="1035"/>
          <ac:spMkLst>
            <pc:docMk/>
            <pc:sldMk cId="1668673259" sldId="262"/>
            <ac:spMk id="29" creationId="{8428648F-26FA-3C96-1279-417D5D32541C}"/>
          </ac:spMkLst>
        </pc:spChg>
        <pc:spChg chg="mod">
          <ac:chgData name="Buhler, Tanya (RCMP/GRC)" userId="44b4bde7-4180-4c70-8946-02ab7213e3ae" providerId="ADAL" clId="{BBFAF53A-8642-47A9-A627-5702179526DF}" dt="2026-04-07T17:58:03.763" v="8900" actId="1035"/>
          <ac:spMkLst>
            <pc:docMk/>
            <pc:sldMk cId="1668673259" sldId="262"/>
            <ac:spMk id="30" creationId="{70A90C31-D041-2D50-2351-9C7118293813}"/>
          </ac:spMkLst>
        </pc:spChg>
        <pc:spChg chg="mod">
          <ac:chgData name="Buhler, Tanya (RCMP/GRC)" userId="44b4bde7-4180-4c70-8946-02ab7213e3ae" providerId="ADAL" clId="{BBFAF53A-8642-47A9-A627-5702179526DF}" dt="2026-04-07T17:59:16.821" v="8973" actId="1037"/>
          <ac:spMkLst>
            <pc:docMk/>
            <pc:sldMk cId="1668673259" sldId="262"/>
            <ac:spMk id="32" creationId="{800E832F-BA93-93FC-05B2-F8C574B1E76E}"/>
          </ac:spMkLst>
        </pc:spChg>
        <pc:spChg chg="mod">
          <ac:chgData name="Buhler, Tanya (RCMP/GRC)" userId="44b4bde7-4180-4c70-8946-02ab7213e3ae" providerId="ADAL" clId="{BBFAF53A-8642-47A9-A627-5702179526DF}" dt="2026-04-07T17:59:08.775" v="8971" actId="1037"/>
          <ac:spMkLst>
            <pc:docMk/>
            <pc:sldMk cId="1668673259" sldId="262"/>
            <ac:spMk id="33" creationId="{015ACCC0-561E-C4F5-ED42-54F4D159FEB1}"/>
          </ac:spMkLst>
        </pc:spChg>
        <pc:spChg chg="mod">
          <ac:chgData name="Buhler, Tanya (RCMP/GRC)" userId="44b4bde7-4180-4c70-8946-02ab7213e3ae" providerId="ADAL" clId="{BBFAF53A-8642-47A9-A627-5702179526DF}" dt="2026-04-07T17:59:08.775" v="8971" actId="1037"/>
          <ac:spMkLst>
            <pc:docMk/>
            <pc:sldMk cId="1668673259" sldId="262"/>
            <ac:spMk id="34" creationId="{8EB7B3E4-D50B-6C31-F2A7-2C09B36F929C}"/>
          </ac:spMkLst>
        </pc:spChg>
        <pc:spChg chg="mod">
          <ac:chgData name="Buhler, Tanya (RCMP/GRC)" userId="44b4bde7-4180-4c70-8946-02ab7213e3ae" providerId="ADAL" clId="{BBFAF53A-8642-47A9-A627-5702179526DF}" dt="2026-04-07T17:59:08.775" v="8971" actId="1037"/>
          <ac:spMkLst>
            <pc:docMk/>
            <pc:sldMk cId="1668673259" sldId="262"/>
            <ac:spMk id="35" creationId="{D051BEA3-0B87-803D-DBE1-5C03AFBC1B17}"/>
          </ac:spMkLst>
        </pc:spChg>
        <pc:spChg chg="mod">
          <ac:chgData name="Buhler, Tanya (RCMP/GRC)" userId="44b4bde7-4180-4c70-8946-02ab7213e3ae" providerId="ADAL" clId="{BBFAF53A-8642-47A9-A627-5702179526DF}" dt="2026-04-07T17:59:08.775" v="8971" actId="1037"/>
          <ac:spMkLst>
            <pc:docMk/>
            <pc:sldMk cId="1668673259" sldId="262"/>
            <ac:spMk id="36" creationId="{E628F69A-EC73-3129-01FB-106031DC4894}"/>
          </ac:spMkLst>
        </pc:spChg>
        <pc:spChg chg="mod">
          <ac:chgData name="Buhler, Tanya (RCMP/GRC)" userId="44b4bde7-4180-4c70-8946-02ab7213e3ae" providerId="ADAL" clId="{BBFAF53A-8642-47A9-A627-5702179526DF}" dt="2026-04-07T17:59:31.021" v="8974" actId="1076"/>
          <ac:spMkLst>
            <pc:docMk/>
            <pc:sldMk cId="1668673259" sldId="262"/>
            <ac:spMk id="38" creationId="{27818E8F-E209-611C-4EC4-AD593A9568E2}"/>
          </ac:spMkLst>
        </pc:spChg>
        <pc:spChg chg="mod">
          <ac:chgData name="Buhler, Tanya (RCMP/GRC)" userId="44b4bde7-4180-4c70-8946-02ab7213e3ae" providerId="ADAL" clId="{BBFAF53A-8642-47A9-A627-5702179526DF}" dt="2026-04-07T17:53:12.389" v="8777" actId="1076"/>
          <ac:spMkLst>
            <pc:docMk/>
            <pc:sldMk cId="1668673259" sldId="262"/>
            <ac:spMk id="42" creationId="{3578B1D5-F8A9-2FBE-3486-2D02C2F84AEF}"/>
          </ac:spMkLst>
        </pc:spChg>
        <pc:spChg chg="mod">
          <ac:chgData name="Buhler, Tanya (RCMP/GRC)" userId="44b4bde7-4180-4c70-8946-02ab7213e3ae" providerId="ADAL" clId="{BBFAF53A-8642-47A9-A627-5702179526DF}" dt="2026-04-07T17:54:15.386" v="8786" actId="1076"/>
          <ac:spMkLst>
            <pc:docMk/>
            <pc:sldMk cId="1668673259" sldId="262"/>
            <ac:spMk id="44" creationId="{0C4FE316-C631-2AAC-059E-A924860D0EFC}"/>
          </ac:spMkLst>
        </pc:spChg>
        <pc:spChg chg="mod">
          <ac:chgData name="Buhler, Tanya (RCMP/GRC)" userId="44b4bde7-4180-4c70-8946-02ab7213e3ae" providerId="ADAL" clId="{BBFAF53A-8642-47A9-A627-5702179526DF}" dt="2026-04-07T17:59:49.639" v="8976" actId="14100"/>
          <ac:spMkLst>
            <pc:docMk/>
            <pc:sldMk cId="1668673259" sldId="262"/>
            <ac:spMk id="51" creationId="{37D1E312-4DED-FAE4-712E-97742E0308F3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52" creationId="{F64F20EA-1D96-2483-F913-F70799BE2554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54" creationId="{5DE3576F-6CC3-4CB7-561E-9AFEA2C313B0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56" creationId="{4ADB6F9F-9E34-774A-1B82-85F20BB63EAE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57" creationId="{A87E37CC-928C-641C-8B1A-96D2F90D7933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59" creationId="{27701C6F-4DAA-416A-419A-168D18ADA3FD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60" creationId="{D0805959-41D0-D21A-BDCB-861F4868238E}"/>
          </ac:spMkLst>
        </pc:spChg>
        <pc:spChg chg="mod">
          <ac:chgData name="Buhler, Tanya (RCMP/GRC)" userId="44b4bde7-4180-4c70-8946-02ab7213e3ae" providerId="ADAL" clId="{BBFAF53A-8642-47A9-A627-5702179526DF}" dt="2026-04-07T17:57:19.630" v="8832" actId="1035"/>
          <ac:spMkLst>
            <pc:docMk/>
            <pc:sldMk cId="1668673259" sldId="262"/>
            <ac:spMk id="61" creationId="{65CADAE0-D6F8-0535-9580-910BA24E424D}"/>
          </ac:spMkLst>
        </pc:spChg>
        <pc:picChg chg="mod">
          <ac:chgData name="Buhler, Tanya (RCMP/GRC)" userId="44b4bde7-4180-4c70-8946-02ab7213e3ae" providerId="ADAL" clId="{BBFAF53A-8642-47A9-A627-5702179526DF}" dt="2026-04-07T17:52:21.999" v="8770" actId="1076"/>
          <ac:picMkLst>
            <pc:docMk/>
            <pc:sldMk cId="1668673259" sldId="262"/>
            <ac:picMk id="8" creationId="{497CA5F2-CF11-2CD3-3A0B-6E369087F69B}"/>
          </ac:picMkLst>
        </pc:picChg>
        <pc:picChg chg="mod">
          <ac:chgData name="Buhler, Tanya (RCMP/GRC)" userId="44b4bde7-4180-4c70-8946-02ab7213e3ae" providerId="ADAL" clId="{BBFAF53A-8642-47A9-A627-5702179526DF}" dt="2026-04-07T17:52:48.048" v="8771" actId="1076"/>
          <ac:picMkLst>
            <pc:docMk/>
            <pc:sldMk cId="1668673259" sldId="262"/>
            <ac:picMk id="10" creationId="{D92508E0-2497-A00B-64D1-2007F328A8C2}"/>
          </ac:picMkLst>
        </pc:picChg>
        <pc:picChg chg="mod">
          <ac:chgData name="Buhler, Tanya (RCMP/GRC)" userId="44b4bde7-4180-4c70-8946-02ab7213e3ae" providerId="ADAL" clId="{BBFAF53A-8642-47A9-A627-5702179526DF}" dt="2026-04-07T17:52:48.048" v="8771" actId="1076"/>
          <ac:picMkLst>
            <pc:docMk/>
            <pc:sldMk cId="1668673259" sldId="262"/>
            <ac:picMk id="11" creationId="{9E8CE76A-9C53-B0E1-5D7B-9FB44D07D6C4}"/>
          </ac:picMkLst>
        </pc:picChg>
        <pc:picChg chg="mod">
          <ac:chgData name="Buhler, Tanya (RCMP/GRC)" userId="44b4bde7-4180-4c70-8946-02ab7213e3ae" providerId="ADAL" clId="{BBFAF53A-8642-47A9-A627-5702179526DF}" dt="2026-04-07T17:52:48.048" v="8771" actId="1076"/>
          <ac:picMkLst>
            <pc:docMk/>
            <pc:sldMk cId="1668673259" sldId="262"/>
            <ac:picMk id="18" creationId="{C1298469-D431-0F9F-67DF-3D59109B4442}"/>
          </ac:picMkLst>
        </pc:picChg>
        <pc:picChg chg="mod ord">
          <ac:chgData name="Buhler, Tanya (RCMP/GRC)" userId="44b4bde7-4180-4c70-8946-02ab7213e3ae" providerId="ADAL" clId="{BBFAF53A-8642-47A9-A627-5702179526DF}" dt="2026-04-07T17:53:50.638" v="8783" actId="1076"/>
          <ac:picMkLst>
            <pc:docMk/>
            <pc:sldMk cId="1668673259" sldId="262"/>
            <ac:picMk id="24" creationId="{6509CC07-016E-C126-1919-9C75663F9A2E}"/>
          </ac:picMkLst>
        </pc:picChg>
        <pc:picChg chg="mod">
          <ac:chgData name="Buhler, Tanya (RCMP/GRC)" userId="44b4bde7-4180-4c70-8946-02ab7213e3ae" providerId="ADAL" clId="{BBFAF53A-8642-47A9-A627-5702179526DF}" dt="2026-04-07T17:58:03.763" v="8900" actId="1035"/>
          <ac:picMkLst>
            <pc:docMk/>
            <pc:sldMk cId="1668673259" sldId="262"/>
            <ac:picMk id="25" creationId="{17F6D5FF-CDC4-3C62-64BC-71533A1F7710}"/>
          </ac:picMkLst>
        </pc:picChg>
        <pc:picChg chg="mod">
          <ac:chgData name="Buhler, Tanya (RCMP/GRC)" userId="44b4bde7-4180-4c70-8946-02ab7213e3ae" providerId="ADAL" clId="{BBFAF53A-8642-47A9-A627-5702179526DF}" dt="2026-04-07T17:59:08.775" v="8971" actId="1037"/>
          <ac:picMkLst>
            <pc:docMk/>
            <pc:sldMk cId="1668673259" sldId="262"/>
            <ac:picMk id="37" creationId="{60108106-970A-6759-50EF-0B212E4EA8FF}"/>
          </ac:picMkLst>
        </pc:picChg>
        <pc:picChg chg="mod">
          <ac:chgData name="Buhler, Tanya (RCMP/GRC)" userId="44b4bde7-4180-4c70-8946-02ab7213e3ae" providerId="ADAL" clId="{BBFAF53A-8642-47A9-A627-5702179526DF}" dt="2026-04-07T17:59:43.261" v="8975" actId="1076"/>
          <ac:picMkLst>
            <pc:docMk/>
            <pc:sldMk cId="1668673259" sldId="262"/>
            <ac:picMk id="40" creationId="{CBE55C6D-06B6-E652-0913-6B15E9C8A73A}"/>
          </ac:picMkLst>
        </pc:picChg>
        <pc:picChg chg="mod">
          <ac:chgData name="Buhler, Tanya (RCMP/GRC)" userId="44b4bde7-4180-4c70-8946-02ab7213e3ae" providerId="ADAL" clId="{BBFAF53A-8642-47A9-A627-5702179526DF}" dt="2026-04-07T17:52:48.048" v="8771" actId="1076"/>
          <ac:picMkLst>
            <pc:docMk/>
            <pc:sldMk cId="1668673259" sldId="262"/>
            <ac:picMk id="41" creationId="{2E2A1D70-AD33-8BC2-1713-0CBA27C32DD3}"/>
          </ac:picMkLst>
        </pc:picChg>
        <pc:picChg chg="mod ord">
          <ac:chgData name="Buhler, Tanya (RCMP/GRC)" userId="44b4bde7-4180-4c70-8946-02ab7213e3ae" providerId="ADAL" clId="{BBFAF53A-8642-47A9-A627-5702179526DF}" dt="2026-04-07T17:54:27.609" v="8788" actId="1076"/>
          <ac:picMkLst>
            <pc:docMk/>
            <pc:sldMk cId="1668673259" sldId="262"/>
            <ac:picMk id="43" creationId="{78E86FBA-0536-60AD-BC7C-89B2F9312289}"/>
          </ac:picMkLst>
        </pc:picChg>
        <pc:picChg chg="mod">
          <ac:chgData name="Buhler, Tanya (RCMP/GRC)" userId="44b4bde7-4180-4c70-8946-02ab7213e3ae" providerId="ADAL" clId="{BBFAF53A-8642-47A9-A627-5702179526DF}" dt="2026-04-07T17:54:49.255" v="8789" actId="1076"/>
          <ac:picMkLst>
            <pc:docMk/>
            <pc:sldMk cId="1668673259" sldId="262"/>
            <ac:picMk id="45" creationId="{2B61050F-01F2-F94F-B899-AB17A940E5CC}"/>
          </ac:picMkLst>
        </pc:picChg>
        <pc:picChg chg="mod">
          <ac:chgData name="Buhler, Tanya (RCMP/GRC)" userId="44b4bde7-4180-4c70-8946-02ab7213e3ae" providerId="ADAL" clId="{BBFAF53A-8642-47A9-A627-5702179526DF}" dt="2026-04-07T17:55:05.506" v="8790" actId="1076"/>
          <ac:picMkLst>
            <pc:docMk/>
            <pc:sldMk cId="1668673259" sldId="262"/>
            <ac:picMk id="49" creationId="{68C76EEA-D1E5-6F3E-F5C2-2B92A64D7088}"/>
          </ac:picMkLst>
        </pc:picChg>
        <pc:picChg chg="mod">
          <ac:chgData name="Buhler, Tanya (RCMP/GRC)" userId="44b4bde7-4180-4c70-8946-02ab7213e3ae" providerId="ADAL" clId="{BBFAF53A-8642-47A9-A627-5702179526DF}" dt="2026-04-07T17:55:12.317" v="8791" actId="1076"/>
          <ac:picMkLst>
            <pc:docMk/>
            <pc:sldMk cId="1668673259" sldId="262"/>
            <ac:picMk id="50" creationId="{00C8E8BF-E884-2BD7-15BC-5C137EC72A12}"/>
          </ac:picMkLst>
        </pc:picChg>
        <pc:picChg chg="mod">
          <ac:chgData name="Buhler, Tanya (RCMP/GRC)" userId="44b4bde7-4180-4c70-8946-02ab7213e3ae" providerId="ADAL" clId="{BBFAF53A-8642-47A9-A627-5702179526DF}" dt="2026-04-07T17:57:19.630" v="8832" actId="1035"/>
          <ac:picMkLst>
            <pc:docMk/>
            <pc:sldMk cId="1668673259" sldId="262"/>
            <ac:picMk id="63" creationId="{53A5E20A-3DE2-619B-6067-20BCA3EB1129}"/>
          </ac:picMkLst>
        </pc:picChg>
        <pc:cxnChg chg="mod">
          <ac:chgData name="Buhler, Tanya (RCMP/GRC)" userId="44b4bde7-4180-4c70-8946-02ab7213e3ae" providerId="ADAL" clId="{BBFAF53A-8642-47A9-A627-5702179526DF}" dt="2026-04-07T17:58:03.763" v="8900" actId="1035"/>
          <ac:cxnSpMkLst>
            <pc:docMk/>
            <pc:sldMk cId="1668673259" sldId="262"/>
            <ac:cxnSpMk id="21" creationId="{C13D5A39-0EF4-62B8-4FAE-C7915CF96E45}"/>
          </ac:cxnSpMkLst>
        </pc:cxnChg>
        <pc:cxnChg chg="mod">
          <ac:chgData name="Buhler, Tanya (RCMP/GRC)" userId="44b4bde7-4180-4c70-8946-02ab7213e3ae" providerId="ADAL" clId="{BBFAF53A-8642-47A9-A627-5702179526DF}" dt="2026-04-07T17:59:08.775" v="8971" actId="1037"/>
          <ac:cxnSpMkLst>
            <pc:docMk/>
            <pc:sldMk cId="1668673259" sldId="262"/>
            <ac:cxnSpMk id="22" creationId="{0F59209A-B512-1BF6-E4FE-4C137B5DFAC6}"/>
          </ac:cxnSpMkLst>
        </pc:cxnChg>
        <pc:cxnChg chg="mod">
          <ac:chgData name="Buhler, Tanya (RCMP/GRC)" userId="44b4bde7-4180-4c70-8946-02ab7213e3ae" providerId="ADAL" clId="{BBFAF53A-8642-47A9-A627-5702179526DF}" dt="2026-04-07T17:59:08.775" v="8971" actId="1037"/>
          <ac:cxnSpMkLst>
            <pc:docMk/>
            <pc:sldMk cId="1668673259" sldId="262"/>
            <ac:cxnSpMk id="23" creationId="{80D7D764-00D2-734A-7C80-7FA5B16DD623}"/>
          </ac:cxnSpMkLst>
        </pc:cxnChg>
      </pc:sldChg>
      <pc:sldChg chg="addSp delSp modSp add mod delAnim modAnim">
        <pc:chgData name="Buhler, Tanya (RCMP/GRC)" userId="44b4bde7-4180-4c70-8946-02ab7213e3ae" providerId="ADAL" clId="{BBFAF53A-8642-47A9-A627-5702179526DF}" dt="2026-04-29T17:07:03.762" v="13380" actId="14100"/>
        <pc:sldMkLst>
          <pc:docMk/>
          <pc:sldMk cId="2479085020" sldId="263"/>
        </pc:sldMkLst>
        <pc:spChg chg="mod">
          <ac:chgData name="Buhler, Tanya (RCMP/GRC)" userId="44b4bde7-4180-4c70-8946-02ab7213e3ae" providerId="ADAL" clId="{BBFAF53A-8642-47A9-A627-5702179526DF}" dt="2026-04-29T17:06:40.030" v="13377" actId="20577"/>
          <ac:spMkLst>
            <pc:docMk/>
            <pc:sldMk cId="2479085020" sldId="263"/>
            <ac:spMk id="3" creationId="{9B185ABE-AAC8-AD1B-65EC-4F6AEEBE808B}"/>
          </ac:spMkLst>
        </pc:spChg>
        <pc:spChg chg="mod">
          <ac:chgData name="Buhler, Tanya (RCMP/GRC)" userId="44b4bde7-4180-4c70-8946-02ab7213e3ae" providerId="ADAL" clId="{BBFAF53A-8642-47A9-A627-5702179526DF}" dt="2026-04-23T15:09:26.989" v="12626" actId="1076"/>
          <ac:spMkLst>
            <pc:docMk/>
            <pc:sldMk cId="2479085020" sldId="263"/>
            <ac:spMk id="4" creationId="{17686FBE-FA13-7E35-1B84-3AD62832BE0E}"/>
          </ac:spMkLst>
        </pc:spChg>
        <pc:spChg chg="mod">
          <ac:chgData name="Buhler, Tanya (RCMP/GRC)" userId="44b4bde7-4180-4c70-8946-02ab7213e3ae" providerId="ADAL" clId="{BBFAF53A-8642-47A9-A627-5702179526DF}" dt="2026-04-23T15:03:34.838" v="12548" actId="1076"/>
          <ac:spMkLst>
            <pc:docMk/>
            <pc:sldMk cId="2479085020" sldId="263"/>
            <ac:spMk id="6" creationId="{89169F3D-64B3-7AB9-CFB8-2BDDD85A7AB0}"/>
          </ac:spMkLst>
        </pc:spChg>
        <pc:spChg chg="mod">
          <ac:chgData name="Buhler, Tanya (RCMP/GRC)" userId="44b4bde7-4180-4c70-8946-02ab7213e3ae" providerId="ADAL" clId="{BBFAF53A-8642-47A9-A627-5702179526DF}" dt="2026-04-27T12:17:29.008" v="13222" actId="1035"/>
          <ac:spMkLst>
            <pc:docMk/>
            <pc:sldMk cId="2479085020" sldId="263"/>
            <ac:spMk id="7" creationId="{2BC4F3A5-5AFB-3512-8E0A-B0D8B3BB9A48}"/>
          </ac:spMkLst>
        </pc:spChg>
        <pc:spChg chg="mod">
          <ac:chgData name="Buhler, Tanya (RCMP/GRC)" userId="44b4bde7-4180-4c70-8946-02ab7213e3ae" providerId="ADAL" clId="{BBFAF53A-8642-47A9-A627-5702179526DF}" dt="2026-04-23T15:04:42.060" v="12586" actId="1076"/>
          <ac:spMkLst>
            <pc:docMk/>
            <pc:sldMk cId="2479085020" sldId="263"/>
            <ac:spMk id="9" creationId="{2271BC61-0E46-787F-FE92-4DF1DD28B5A8}"/>
          </ac:spMkLst>
        </pc:spChg>
        <pc:spChg chg="add mod">
          <ac:chgData name="Buhler, Tanya (RCMP/GRC)" userId="44b4bde7-4180-4c70-8946-02ab7213e3ae" providerId="ADAL" clId="{BBFAF53A-8642-47A9-A627-5702179526DF}" dt="2026-04-29T17:06:29.144" v="13367" actId="1076"/>
          <ac:spMkLst>
            <pc:docMk/>
            <pc:sldMk cId="2479085020" sldId="263"/>
            <ac:spMk id="12" creationId="{2E54D0AC-4EFB-EA5F-DB92-20D2A38B73CB}"/>
          </ac:spMkLst>
        </pc:spChg>
        <pc:spChg chg="mod">
          <ac:chgData name="Buhler, Tanya (RCMP/GRC)" userId="44b4bde7-4180-4c70-8946-02ab7213e3ae" providerId="ADAL" clId="{BBFAF53A-8642-47A9-A627-5702179526DF}" dt="2026-04-20T18:05:51.885" v="9733" actId="20577"/>
          <ac:spMkLst>
            <pc:docMk/>
            <pc:sldMk cId="2479085020" sldId="263"/>
            <ac:spMk id="13" creationId="{2FF7B640-0B49-DE79-517F-AAD6852DE660}"/>
          </ac:spMkLst>
        </pc:spChg>
        <pc:spChg chg="mod">
          <ac:chgData name="Buhler, Tanya (RCMP/GRC)" userId="44b4bde7-4180-4c70-8946-02ab7213e3ae" providerId="ADAL" clId="{BBFAF53A-8642-47A9-A627-5702179526DF}" dt="2026-04-20T18:05:21.727" v="9710" actId="20577"/>
          <ac:spMkLst>
            <pc:docMk/>
            <pc:sldMk cId="2479085020" sldId="263"/>
            <ac:spMk id="14" creationId="{498E0C32-DF7D-7089-9637-8CB5047A0691}"/>
          </ac:spMkLst>
        </pc:spChg>
        <pc:spChg chg="mod">
          <ac:chgData name="Buhler, Tanya (RCMP/GRC)" userId="44b4bde7-4180-4c70-8946-02ab7213e3ae" providerId="ADAL" clId="{BBFAF53A-8642-47A9-A627-5702179526DF}" dt="2026-04-27T12:39:24.005" v="13297" actId="1036"/>
          <ac:spMkLst>
            <pc:docMk/>
            <pc:sldMk cId="2479085020" sldId="263"/>
            <ac:spMk id="19" creationId="{A46E45F3-C95E-F6E6-87FC-43E6FABD18C6}"/>
          </ac:spMkLst>
        </pc:spChg>
        <pc:spChg chg="mod">
          <ac:chgData name="Buhler, Tanya (RCMP/GRC)" userId="44b4bde7-4180-4c70-8946-02ab7213e3ae" providerId="ADAL" clId="{BBFAF53A-8642-47A9-A627-5702179526DF}" dt="2026-04-27T12:15:13.965" v="13153" actId="1076"/>
          <ac:spMkLst>
            <pc:docMk/>
            <pc:sldMk cId="2479085020" sldId="263"/>
            <ac:spMk id="27" creationId="{EB27C584-4846-2687-F5D2-B0235DA6FFEE}"/>
          </ac:spMkLst>
        </pc:spChg>
        <pc:spChg chg="mod">
          <ac:chgData name="Buhler, Tanya (RCMP/GRC)" userId="44b4bde7-4180-4c70-8946-02ab7213e3ae" providerId="ADAL" clId="{BBFAF53A-8642-47A9-A627-5702179526DF}" dt="2026-04-27T12:41:42.665" v="13303" actId="1036"/>
          <ac:spMkLst>
            <pc:docMk/>
            <pc:sldMk cId="2479085020" sldId="263"/>
            <ac:spMk id="28" creationId="{CF4AED29-9AD9-BE45-AC32-DEAF4E05794C}"/>
          </ac:spMkLst>
        </pc:spChg>
        <pc:spChg chg="mod">
          <ac:chgData name="Buhler, Tanya (RCMP/GRC)" userId="44b4bde7-4180-4c70-8946-02ab7213e3ae" providerId="ADAL" clId="{BBFAF53A-8642-47A9-A627-5702179526DF}" dt="2026-04-27T12:41:35.218" v="13302" actId="1036"/>
          <ac:spMkLst>
            <pc:docMk/>
            <pc:sldMk cId="2479085020" sldId="263"/>
            <ac:spMk id="29" creationId="{D12A16A6-9569-743E-CA00-7B9112637841}"/>
          </ac:spMkLst>
        </pc:spChg>
        <pc:spChg chg="mod">
          <ac:chgData name="Buhler, Tanya (RCMP/GRC)" userId="44b4bde7-4180-4c70-8946-02ab7213e3ae" providerId="ADAL" clId="{BBFAF53A-8642-47A9-A627-5702179526DF}" dt="2026-04-27T12:15:34.236" v="13156" actId="1076"/>
          <ac:spMkLst>
            <pc:docMk/>
            <pc:sldMk cId="2479085020" sldId="263"/>
            <ac:spMk id="30" creationId="{13093927-EF2E-55F0-306B-496E02907055}"/>
          </ac:spMkLst>
        </pc:spChg>
        <pc:spChg chg="mod">
          <ac:chgData name="Buhler, Tanya (RCMP/GRC)" userId="44b4bde7-4180-4c70-8946-02ab7213e3ae" providerId="ADAL" clId="{BBFAF53A-8642-47A9-A627-5702179526DF}" dt="2026-04-27T12:15:56.731" v="13159" actId="1076"/>
          <ac:spMkLst>
            <pc:docMk/>
            <pc:sldMk cId="2479085020" sldId="263"/>
            <ac:spMk id="33" creationId="{1047421A-3393-4BBA-A5EF-0AA8E21922B3}"/>
          </ac:spMkLst>
        </pc:spChg>
        <pc:spChg chg="mod">
          <ac:chgData name="Buhler, Tanya (RCMP/GRC)" userId="44b4bde7-4180-4c70-8946-02ab7213e3ae" providerId="ADAL" clId="{BBFAF53A-8642-47A9-A627-5702179526DF}" dt="2026-04-27T12:16:15.830" v="13164" actId="1076"/>
          <ac:spMkLst>
            <pc:docMk/>
            <pc:sldMk cId="2479085020" sldId="263"/>
            <ac:spMk id="34" creationId="{D01604F2-61D1-B91D-B920-709D9187D825}"/>
          </ac:spMkLst>
        </pc:spChg>
        <pc:spChg chg="mod">
          <ac:chgData name="Buhler, Tanya (RCMP/GRC)" userId="44b4bde7-4180-4c70-8946-02ab7213e3ae" providerId="ADAL" clId="{BBFAF53A-8642-47A9-A627-5702179526DF}" dt="2026-04-27T12:16:22.776" v="13165" actId="1076"/>
          <ac:spMkLst>
            <pc:docMk/>
            <pc:sldMk cId="2479085020" sldId="263"/>
            <ac:spMk id="35" creationId="{286EAB30-67AC-6B27-EC96-8DF15550F7E8}"/>
          </ac:spMkLst>
        </pc:spChg>
        <pc:spChg chg="mod">
          <ac:chgData name="Buhler, Tanya (RCMP/GRC)" userId="44b4bde7-4180-4c70-8946-02ab7213e3ae" providerId="ADAL" clId="{BBFAF53A-8642-47A9-A627-5702179526DF}" dt="2026-04-27T12:40:09.772" v="13299" actId="1036"/>
          <ac:spMkLst>
            <pc:docMk/>
            <pc:sldMk cId="2479085020" sldId="263"/>
            <ac:spMk id="36" creationId="{3A21CCC3-65E4-FB6B-9B6A-BB8C0219F7C1}"/>
          </ac:spMkLst>
        </pc:spChg>
        <pc:spChg chg="mod">
          <ac:chgData name="Buhler, Tanya (RCMP/GRC)" userId="44b4bde7-4180-4c70-8946-02ab7213e3ae" providerId="ADAL" clId="{BBFAF53A-8642-47A9-A627-5702179526DF}" dt="2026-04-27T12:16:06.375" v="13163" actId="1076"/>
          <ac:spMkLst>
            <pc:docMk/>
            <pc:sldMk cId="2479085020" sldId="263"/>
            <ac:spMk id="38" creationId="{A8E80900-013A-001B-11FA-BF09C0F00C2D}"/>
          </ac:spMkLst>
        </pc:spChg>
        <pc:spChg chg="mod">
          <ac:chgData name="Buhler, Tanya (RCMP/GRC)" userId="44b4bde7-4180-4c70-8946-02ab7213e3ae" providerId="ADAL" clId="{BBFAF53A-8642-47A9-A627-5702179526DF}" dt="2026-04-23T15:06:01.655" v="12607" actId="1076"/>
          <ac:spMkLst>
            <pc:docMk/>
            <pc:sldMk cId="2479085020" sldId="263"/>
            <ac:spMk id="42" creationId="{490C47C6-4754-A101-C1DB-67DF742E7891}"/>
          </ac:spMkLst>
        </pc:spChg>
        <pc:spChg chg="mod">
          <ac:chgData name="Buhler, Tanya (RCMP/GRC)" userId="44b4bde7-4180-4c70-8946-02ab7213e3ae" providerId="ADAL" clId="{BBFAF53A-8642-47A9-A627-5702179526DF}" dt="2026-04-29T17:05:41.225" v="13365" actId="1076"/>
          <ac:spMkLst>
            <pc:docMk/>
            <pc:sldMk cId="2479085020" sldId="263"/>
            <ac:spMk id="44" creationId="{AE508DBA-0C73-0701-E439-99CEC0280791}"/>
          </ac:spMkLst>
        </pc:spChg>
        <pc:spChg chg="add mod">
          <ac:chgData name="Buhler, Tanya (RCMP/GRC)" userId="44b4bde7-4180-4c70-8946-02ab7213e3ae" providerId="ADAL" clId="{BBFAF53A-8642-47A9-A627-5702179526DF}" dt="2026-04-29T17:06:31.770" v="13368" actId="1076"/>
          <ac:spMkLst>
            <pc:docMk/>
            <pc:sldMk cId="2479085020" sldId="263"/>
            <ac:spMk id="46" creationId="{0EB3476C-B78B-42E5-2892-0A4CF8850749}"/>
          </ac:spMkLst>
        </pc:spChg>
        <pc:spChg chg="mod">
          <ac:chgData name="Buhler, Tanya (RCMP/GRC)" userId="44b4bde7-4180-4c70-8946-02ab7213e3ae" providerId="ADAL" clId="{BBFAF53A-8642-47A9-A627-5702179526DF}" dt="2026-04-23T15:10:47.604" v="12634" actId="1076"/>
          <ac:spMkLst>
            <pc:docMk/>
            <pc:sldMk cId="2479085020" sldId="263"/>
            <ac:spMk id="51" creationId="{27B34879-ECC7-92EC-923A-524E82820B53}"/>
          </ac:spMkLst>
        </pc:spChg>
        <pc:spChg chg="mod">
          <ac:chgData name="Buhler, Tanya (RCMP/GRC)" userId="44b4bde7-4180-4c70-8946-02ab7213e3ae" providerId="ADAL" clId="{BBFAF53A-8642-47A9-A627-5702179526DF}" dt="2026-04-23T15:09:49.431" v="12628" actId="1076"/>
          <ac:spMkLst>
            <pc:docMk/>
            <pc:sldMk cId="2479085020" sldId="263"/>
            <ac:spMk id="52" creationId="{3F7ABFEB-3246-17CF-1F29-3F6C6D4CF016}"/>
          </ac:spMkLst>
        </pc:spChg>
        <pc:spChg chg="mod">
          <ac:chgData name="Buhler, Tanya (RCMP/GRC)" userId="44b4bde7-4180-4c70-8946-02ab7213e3ae" providerId="ADAL" clId="{BBFAF53A-8642-47A9-A627-5702179526DF}" dt="2026-04-23T15:10:06.751" v="12630" actId="1076"/>
          <ac:spMkLst>
            <pc:docMk/>
            <pc:sldMk cId="2479085020" sldId="263"/>
            <ac:spMk id="54" creationId="{08B382D0-4FA0-4A5F-F637-8DE9D3864BBB}"/>
          </ac:spMkLst>
        </pc:spChg>
        <pc:spChg chg="mod">
          <ac:chgData name="Buhler, Tanya (RCMP/GRC)" userId="44b4bde7-4180-4c70-8946-02ab7213e3ae" providerId="ADAL" clId="{BBFAF53A-8642-47A9-A627-5702179526DF}" dt="2026-04-23T15:10:59.883" v="12636" actId="1076"/>
          <ac:spMkLst>
            <pc:docMk/>
            <pc:sldMk cId="2479085020" sldId="263"/>
            <ac:spMk id="56" creationId="{1B428AB4-ECBE-97CB-A831-7404EBF38232}"/>
          </ac:spMkLst>
        </pc:spChg>
        <pc:spChg chg="mod">
          <ac:chgData name="Buhler, Tanya (RCMP/GRC)" userId="44b4bde7-4180-4c70-8946-02ab7213e3ae" providerId="ADAL" clId="{BBFAF53A-8642-47A9-A627-5702179526DF}" dt="2026-04-23T15:11:07.557" v="12637" actId="1076"/>
          <ac:spMkLst>
            <pc:docMk/>
            <pc:sldMk cId="2479085020" sldId="263"/>
            <ac:spMk id="57" creationId="{0635BAE2-6521-A00E-0522-150DD8B703BC}"/>
          </ac:spMkLst>
        </pc:spChg>
        <pc:spChg chg="mod">
          <ac:chgData name="Buhler, Tanya (RCMP/GRC)" userId="44b4bde7-4180-4c70-8946-02ab7213e3ae" providerId="ADAL" clId="{BBFAF53A-8642-47A9-A627-5702179526DF}" dt="2026-04-23T15:09:58.752" v="12629" actId="1076"/>
          <ac:spMkLst>
            <pc:docMk/>
            <pc:sldMk cId="2479085020" sldId="263"/>
            <ac:spMk id="59" creationId="{3BC89999-BDA2-7FE4-9BF7-8CA2FEF7412D}"/>
          </ac:spMkLst>
        </pc:spChg>
        <pc:spChg chg="mod">
          <ac:chgData name="Buhler, Tanya (RCMP/GRC)" userId="44b4bde7-4180-4c70-8946-02ab7213e3ae" providerId="ADAL" clId="{BBFAF53A-8642-47A9-A627-5702179526DF}" dt="2026-04-23T15:10:13.971" v="12631" actId="1076"/>
          <ac:spMkLst>
            <pc:docMk/>
            <pc:sldMk cId="2479085020" sldId="263"/>
            <ac:spMk id="60" creationId="{09AB84A6-A0AF-C7E7-A3F3-FCC13E25FCAF}"/>
          </ac:spMkLst>
        </pc:spChg>
        <pc:spChg chg="mod">
          <ac:chgData name="Buhler, Tanya (RCMP/GRC)" userId="44b4bde7-4180-4c70-8946-02ab7213e3ae" providerId="ADAL" clId="{BBFAF53A-8642-47A9-A627-5702179526DF}" dt="2026-04-23T15:10:51.270" v="12635" actId="1076"/>
          <ac:spMkLst>
            <pc:docMk/>
            <pc:sldMk cId="2479085020" sldId="263"/>
            <ac:spMk id="61" creationId="{2422BE25-2928-A50E-F8EE-115C9E4B09AC}"/>
          </ac:spMkLst>
        </pc:spChg>
        <pc:picChg chg="mod">
          <ac:chgData name="Buhler, Tanya (RCMP/GRC)" userId="44b4bde7-4180-4c70-8946-02ab7213e3ae" providerId="ADAL" clId="{BBFAF53A-8642-47A9-A627-5702179526DF}" dt="2026-04-23T15:03:22.343" v="12547" actId="1076"/>
          <ac:picMkLst>
            <pc:docMk/>
            <pc:sldMk cId="2479085020" sldId="263"/>
            <ac:picMk id="8" creationId="{6AD9F08D-21D2-42E7-4BDA-A08E4CC0B690}"/>
          </ac:picMkLst>
        </pc:picChg>
        <pc:picChg chg="mod">
          <ac:chgData name="Buhler, Tanya (RCMP/GRC)" userId="44b4bde7-4180-4c70-8946-02ab7213e3ae" providerId="ADAL" clId="{BBFAF53A-8642-47A9-A627-5702179526DF}" dt="2026-04-29T17:07:03.762" v="13380" actId="14100"/>
          <ac:picMkLst>
            <pc:docMk/>
            <pc:sldMk cId="2479085020" sldId="263"/>
            <ac:picMk id="10" creationId="{F342BF4F-8955-B0A7-C206-899545F3681A}"/>
          </ac:picMkLst>
        </pc:picChg>
        <pc:picChg chg="mod">
          <ac:chgData name="Buhler, Tanya (RCMP/GRC)" userId="44b4bde7-4180-4c70-8946-02ab7213e3ae" providerId="ADAL" clId="{BBFAF53A-8642-47A9-A627-5702179526DF}" dt="2026-04-23T15:08:24.673" v="12620" actId="1076"/>
          <ac:picMkLst>
            <pc:docMk/>
            <pc:sldMk cId="2479085020" sldId="263"/>
            <ac:picMk id="11" creationId="{8E18028B-96C7-BF00-6DF8-A1571455785E}"/>
          </ac:picMkLst>
        </pc:picChg>
        <pc:picChg chg="mod">
          <ac:chgData name="Buhler, Tanya (RCMP/GRC)" userId="44b4bde7-4180-4c70-8946-02ab7213e3ae" providerId="ADAL" clId="{BBFAF53A-8642-47A9-A627-5702179526DF}" dt="2026-04-23T15:08:14.020" v="12618" actId="1076"/>
          <ac:picMkLst>
            <pc:docMk/>
            <pc:sldMk cId="2479085020" sldId="263"/>
            <ac:picMk id="18" creationId="{A131AE5B-AB72-BC24-5324-173B44C4840F}"/>
          </ac:picMkLst>
        </pc:picChg>
        <pc:picChg chg="mod">
          <ac:chgData name="Buhler, Tanya (RCMP/GRC)" userId="44b4bde7-4180-4c70-8946-02ab7213e3ae" providerId="ADAL" clId="{BBFAF53A-8642-47A9-A627-5702179526DF}" dt="2026-04-23T15:18:34.262" v="12710" actId="1076"/>
          <ac:picMkLst>
            <pc:docMk/>
            <pc:sldMk cId="2479085020" sldId="263"/>
            <ac:picMk id="20" creationId="{947CA537-740F-6B7F-B72F-281B569370D9}"/>
          </ac:picMkLst>
        </pc:picChg>
        <pc:picChg chg="mod">
          <ac:chgData name="Buhler, Tanya (RCMP/GRC)" userId="44b4bde7-4180-4c70-8946-02ab7213e3ae" providerId="ADAL" clId="{BBFAF53A-8642-47A9-A627-5702179526DF}" dt="2026-04-23T15:06:12.245" v="12608" actId="1076"/>
          <ac:picMkLst>
            <pc:docMk/>
            <pc:sldMk cId="2479085020" sldId="263"/>
            <ac:picMk id="24" creationId="{C4952982-FE5B-4616-9BA8-3FEE3AE2ACAF}"/>
          </ac:picMkLst>
        </pc:picChg>
        <pc:picChg chg="mod">
          <ac:chgData name="Buhler, Tanya (RCMP/GRC)" userId="44b4bde7-4180-4c70-8946-02ab7213e3ae" providerId="ADAL" clId="{BBFAF53A-8642-47A9-A627-5702179526DF}" dt="2026-04-23T15:14:36.319" v="12682" actId="1076"/>
          <ac:picMkLst>
            <pc:docMk/>
            <pc:sldMk cId="2479085020" sldId="263"/>
            <ac:picMk id="31" creationId="{C0343F43-1E64-AF3A-DE54-7C5EA74CB2F1}"/>
          </ac:picMkLst>
        </pc:picChg>
        <pc:picChg chg="add mod">
          <ac:chgData name="Buhler, Tanya (RCMP/GRC)" userId="44b4bde7-4180-4c70-8946-02ab7213e3ae" providerId="ADAL" clId="{BBFAF53A-8642-47A9-A627-5702179526DF}" dt="2026-04-23T17:10:29.351" v="12967" actId="14100"/>
          <ac:picMkLst>
            <pc:docMk/>
            <pc:sldMk cId="2479085020" sldId="263"/>
            <ac:picMk id="37" creationId="{8802FDA7-D7BA-F6C3-2AB6-F799836030B9}"/>
          </ac:picMkLst>
        </pc:picChg>
        <pc:picChg chg="mod">
          <ac:chgData name="Buhler, Tanya (RCMP/GRC)" userId="44b4bde7-4180-4c70-8946-02ab7213e3ae" providerId="ADAL" clId="{BBFAF53A-8642-47A9-A627-5702179526DF}" dt="2026-04-23T17:05:31.564" v="12964" actId="1036"/>
          <ac:picMkLst>
            <pc:docMk/>
            <pc:sldMk cId="2479085020" sldId="263"/>
            <ac:picMk id="39" creationId="{217E6A5F-B40C-8533-212C-239D72BEB7C7}"/>
          </ac:picMkLst>
        </pc:picChg>
        <pc:picChg chg="add mod">
          <ac:chgData name="Buhler, Tanya (RCMP/GRC)" userId="44b4bde7-4180-4c70-8946-02ab7213e3ae" providerId="ADAL" clId="{BBFAF53A-8642-47A9-A627-5702179526DF}" dt="2026-04-23T17:11:50.781" v="12971" actId="1076"/>
          <ac:picMkLst>
            <pc:docMk/>
            <pc:sldMk cId="2479085020" sldId="263"/>
            <ac:picMk id="40" creationId="{FE9C30D5-B405-5471-CEC9-3244BC01574F}"/>
          </ac:picMkLst>
        </pc:picChg>
        <pc:picChg chg="mod">
          <ac:chgData name="Buhler, Tanya (RCMP/GRC)" userId="44b4bde7-4180-4c70-8946-02ab7213e3ae" providerId="ADAL" clId="{BBFAF53A-8642-47A9-A627-5702179526DF}" dt="2026-04-23T15:08:17.572" v="12619" actId="1076"/>
          <ac:picMkLst>
            <pc:docMk/>
            <pc:sldMk cId="2479085020" sldId="263"/>
            <ac:picMk id="41" creationId="{32E12375-025F-B2B5-2428-F25612876B8F}"/>
          </ac:picMkLst>
        </pc:picChg>
        <pc:picChg chg="mod">
          <ac:chgData name="Buhler, Tanya (RCMP/GRC)" userId="44b4bde7-4180-4c70-8946-02ab7213e3ae" providerId="ADAL" clId="{BBFAF53A-8642-47A9-A627-5702179526DF}" dt="2026-04-23T15:06:22.941" v="12609" actId="1076"/>
          <ac:picMkLst>
            <pc:docMk/>
            <pc:sldMk cId="2479085020" sldId="263"/>
            <ac:picMk id="43" creationId="{5FFBE16B-E75E-66E8-058F-0C8C87F65DC8}"/>
          </ac:picMkLst>
        </pc:picChg>
        <pc:picChg chg="mod">
          <ac:chgData name="Buhler, Tanya (RCMP/GRC)" userId="44b4bde7-4180-4c70-8946-02ab7213e3ae" providerId="ADAL" clId="{BBFAF53A-8642-47A9-A627-5702179526DF}" dt="2026-04-29T17:06:44.733" v="13378" actId="1076"/>
          <ac:picMkLst>
            <pc:docMk/>
            <pc:sldMk cId="2479085020" sldId="263"/>
            <ac:picMk id="45" creationId="{997BA208-40F0-A366-8D40-C9035B2CF669}"/>
          </ac:picMkLst>
        </pc:picChg>
        <pc:picChg chg="add mod">
          <ac:chgData name="Buhler, Tanya (RCMP/GRC)" userId="44b4bde7-4180-4c70-8946-02ab7213e3ae" providerId="ADAL" clId="{BBFAF53A-8642-47A9-A627-5702179526DF}" dt="2026-04-23T17:13:15.269" v="12975" actId="1076"/>
          <ac:picMkLst>
            <pc:docMk/>
            <pc:sldMk cId="2479085020" sldId="263"/>
            <ac:picMk id="47" creationId="{A545D10F-474A-DAD1-8CD6-A240ECC3B002}"/>
          </ac:picMkLst>
        </pc:picChg>
        <pc:picChg chg="add mod">
          <ac:chgData name="Buhler, Tanya (RCMP/GRC)" userId="44b4bde7-4180-4c70-8946-02ab7213e3ae" providerId="ADAL" clId="{BBFAF53A-8642-47A9-A627-5702179526DF}" dt="2026-04-23T17:19:48.108" v="12981" actId="1076"/>
          <ac:picMkLst>
            <pc:docMk/>
            <pc:sldMk cId="2479085020" sldId="263"/>
            <ac:picMk id="48" creationId="{C829F57C-22D9-BCF2-6F30-CA6249AB6E80}"/>
          </ac:picMkLst>
        </pc:picChg>
        <pc:picChg chg="add mod">
          <ac:chgData name="Buhler, Tanya (RCMP/GRC)" userId="44b4bde7-4180-4c70-8946-02ab7213e3ae" providerId="ADAL" clId="{BBFAF53A-8642-47A9-A627-5702179526DF}" dt="2026-04-27T13:14:13.309" v="13349" actId="1076"/>
          <ac:picMkLst>
            <pc:docMk/>
            <pc:sldMk cId="2479085020" sldId="263"/>
            <ac:picMk id="49" creationId="{2CB1C621-4BFB-53F0-0F75-9E1CD902FEA9}"/>
          </ac:picMkLst>
        </pc:picChg>
        <pc:picChg chg="add mod">
          <ac:chgData name="Buhler, Tanya (RCMP/GRC)" userId="44b4bde7-4180-4c70-8946-02ab7213e3ae" providerId="ADAL" clId="{BBFAF53A-8642-47A9-A627-5702179526DF}" dt="2026-04-27T12:40:46.219" v="13300" actId="1076"/>
          <ac:picMkLst>
            <pc:docMk/>
            <pc:sldMk cId="2479085020" sldId="263"/>
            <ac:picMk id="50" creationId="{D32F137F-EB60-0391-D708-89A0B77A1B62}"/>
          </ac:picMkLst>
        </pc:picChg>
        <pc:picChg chg="add mod">
          <ac:chgData name="Buhler, Tanya (RCMP/GRC)" userId="44b4bde7-4180-4c70-8946-02ab7213e3ae" providerId="ADAL" clId="{BBFAF53A-8642-47A9-A627-5702179526DF}" dt="2026-04-27T12:17:35.734" v="13227" actId="1035"/>
          <ac:picMkLst>
            <pc:docMk/>
            <pc:sldMk cId="2479085020" sldId="263"/>
            <ac:picMk id="53" creationId="{283F3D47-0D17-8C73-6F1C-DB7B20CDCECC}"/>
          </ac:picMkLst>
        </pc:picChg>
        <pc:picChg chg="add mod">
          <ac:chgData name="Buhler, Tanya (RCMP/GRC)" userId="44b4bde7-4180-4c70-8946-02ab7213e3ae" providerId="ADAL" clId="{BBFAF53A-8642-47A9-A627-5702179526DF}" dt="2026-04-27T12:16:58.928" v="13181" actId="1076"/>
          <ac:picMkLst>
            <pc:docMk/>
            <pc:sldMk cId="2479085020" sldId="263"/>
            <ac:picMk id="55" creationId="{B111B0BF-8D10-F35A-E172-8A1BED7F1CB3}"/>
          </ac:picMkLst>
        </pc:picChg>
        <pc:picChg chg="mod">
          <ac:chgData name="Buhler, Tanya (RCMP/GRC)" userId="44b4bde7-4180-4c70-8946-02ab7213e3ae" providerId="ADAL" clId="{BBFAF53A-8642-47A9-A627-5702179526DF}" dt="2026-04-23T15:11:22.268" v="12639" actId="1076"/>
          <ac:picMkLst>
            <pc:docMk/>
            <pc:sldMk cId="2479085020" sldId="263"/>
            <ac:picMk id="63" creationId="{3AD77581-2845-5721-8576-9EE296D853AA}"/>
          </ac:picMkLst>
        </pc:picChg>
        <pc:picChg chg="add mod">
          <ac:chgData name="Buhler, Tanya (RCMP/GRC)" userId="44b4bde7-4180-4c70-8946-02ab7213e3ae" providerId="ADAL" clId="{BBFAF53A-8642-47A9-A627-5702179526DF}" dt="2026-04-27T12:17:16.308" v="13214" actId="1035"/>
          <ac:picMkLst>
            <pc:docMk/>
            <pc:sldMk cId="2479085020" sldId="263"/>
            <ac:picMk id="66" creationId="{D99D98C7-38D8-7B61-14AA-E868561955FD}"/>
          </ac:picMkLst>
        </pc:picChg>
        <pc:cxnChg chg="mod">
          <ac:chgData name="Buhler, Tanya (RCMP/GRC)" userId="44b4bde7-4180-4c70-8946-02ab7213e3ae" providerId="ADAL" clId="{BBFAF53A-8642-47A9-A627-5702179526DF}" dt="2026-04-27T12:39:13.209" v="13295" actId="1035"/>
          <ac:cxnSpMkLst>
            <pc:docMk/>
            <pc:sldMk cId="2479085020" sldId="263"/>
            <ac:cxnSpMk id="21" creationId="{B6108BD5-00B7-234B-D4B4-A5CFB199235F}"/>
          </ac:cxnSpMkLst>
        </pc:cxnChg>
        <pc:cxnChg chg="mod">
          <ac:chgData name="Buhler, Tanya (RCMP/GRC)" userId="44b4bde7-4180-4c70-8946-02ab7213e3ae" providerId="ADAL" clId="{BBFAF53A-8642-47A9-A627-5702179526DF}" dt="2026-04-27T12:15:39.519" v="13157" actId="1076"/>
          <ac:cxnSpMkLst>
            <pc:docMk/>
            <pc:sldMk cId="2479085020" sldId="263"/>
            <ac:cxnSpMk id="22" creationId="{CB0FF35E-49EF-ABB8-8687-A449943544BE}"/>
          </ac:cxnSpMkLst>
        </pc:cxnChg>
        <pc:cxnChg chg="mod">
          <ac:chgData name="Buhler, Tanya (RCMP/GRC)" userId="44b4bde7-4180-4c70-8946-02ab7213e3ae" providerId="ADAL" clId="{BBFAF53A-8642-47A9-A627-5702179526DF}" dt="2026-04-27T12:16:46.117" v="13180" actId="1035"/>
          <ac:cxnSpMkLst>
            <pc:docMk/>
            <pc:sldMk cId="2479085020" sldId="263"/>
            <ac:cxnSpMk id="23" creationId="{E66B8B96-56DB-0E4E-07AD-7DFD90089D15}"/>
          </ac:cxnSpMkLst>
        </pc:cxnChg>
        <pc:cxnChg chg="add mod">
          <ac:chgData name="Buhler, Tanya (RCMP/GRC)" userId="44b4bde7-4180-4c70-8946-02ab7213e3ae" providerId="ADAL" clId="{BBFAF53A-8642-47A9-A627-5702179526DF}" dt="2026-04-27T12:17:04.191" v="13194" actId="1035"/>
          <ac:cxnSpMkLst>
            <pc:docMk/>
            <pc:sldMk cId="2479085020" sldId="263"/>
            <ac:cxnSpMk id="25" creationId="{16295BAD-3262-8E39-0AD4-28D162E7D2CB}"/>
          </ac:cxnSpMkLst>
        </pc:cxnChg>
      </pc:sldChg>
      <pc:sldChg chg="add">
        <pc:chgData name="Buhler, Tanya (RCMP/GRC)" userId="44b4bde7-4180-4c70-8946-02ab7213e3ae" providerId="ADAL" clId="{BBFAF53A-8642-47A9-A627-5702179526DF}" dt="2026-04-20T19:50:40.802" v="9936" actId="2890"/>
        <pc:sldMkLst>
          <pc:docMk/>
          <pc:sldMk cId="1812249246" sldId="264"/>
        </pc:sldMkLst>
      </pc:sldChg>
      <pc:sldChg chg="addSp delSp modSp add mod">
        <pc:chgData name="Buhler, Tanya (RCMP/GRC)" userId="44b4bde7-4180-4c70-8946-02ab7213e3ae" providerId="ADAL" clId="{BBFAF53A-8642-47A9-A627-5702179526DF}" dt="2026-05-05T14:07:10.184" v="13530" actId="14100"/>
        <pc:sldMkLst>
          <pc:docMk/>
          <pc:sldMk cId="648096856" sldId="265"/>
        </pc:sldMkLst>
        <pc:spChg chg="mod">
          <ac:chgData name="Buhler, Tanya (RCMP/GRC)" userId="44b4bde7-4180-4c70-8946-02ab7213e3ae" providerId="ADAL" clId="{BBFAF53A-8642-47A9-A627-5702179526DF}" dt="2026-04-30T20:09:12.998" v="13424" actId="20577"/>
          <ac:spMkLst>
            <pc:docMk/>
            <pc:sldMk cId="648096856" sldId="265"/>
            <ac:spMk id="2" creationId="{2DE4FB46-8868-4EC5-B6E8-F4B264C28D09}"/>
          </ac:spMkLst>
        </pc:spChg>
        <pc:spChg chg="mod">
          <ac:chgData name="Buhler, Tanya (RCMP/GRC)" userId="44b4bde7-4180-4c70-8946-02ab7213e3ae" providerId="ADAL" clId="{BBFAF53A-8642-47A9-A627-5702179526DF}" dt="2026-04-29T19:23:57.470" v="13383" actId="20577"/>
          <ac:spMkLst>
            <pc:docMk/>
            <pc:sldMk cId="648096856" sldId="265"/>
            <ac:spMk id="5" creationId="{4741930C-4370-8C8D-1401-DC876DAFF85C}"/>
          </ac:spMkLst>
        </pc:spChg>
        <pc:spChg chg="mod">
          <ac:chgData name="Buhler, Tanya (RCMP/GRC)" userId="44b4bde7-4180-4c70-8946-02ab7213e3ae" providerId="ADAL" clId="{BBFAF53A-8642-47A9-A627-5702179526DF}" dt="2026-04-30T20:36:52.730" v="13528" actId="14100"/>
          <ac:spMkLst>
            <pc:docMk/>
            <pc:sldMk cId="648096856" sldId="265"/>
            <ac:spMk id="6" creationId="{7B0606D9-9322-9DDE-67C9-E58900A27CC7}"/>
          </ac:spMkLst>
        </pc:spChg>
        <pc:spChg chg="mod">
          <ac:chgData name="Buhler, Tanya (RCMP/GRC)" userId="44b4bde7-4180-4c70-8946-02ab7213e3ae" providerId="ADAL" clId="{BBFAF53A-8642-47A9-A627-5702179526DF}" dt="2026-04-30T20:22:48.560" v="13526" actId="20577"/>
          <ac:spMkLst>
            <pc:docMk/>
            <pc:sldMk cId="648096856" sldId="265"/>
            <ac:spMk id="13" creationId="{973C20D4-8C11-7226-A420-C51BC286D7B2}"/>
          </ac:spMkLst>
        </pc:spChg>
        <pc:spChg chg="mod">
          <ac:chgData name="Buhler, Tanya (RCMP/GRC)" userId="44b4bde7-4180-4c70-8946-02ab7213e3ae" providerId="ADAL" clId="{BBFAF53A-8642-47A9-A627-5702179526DF}" dt="2026-04-30T20:21:18.705" v="13504" actId="20577"/>
          <ac:spMkLst>
            <pc:docMk/>
            <pc:sldMk cId="648096856" sldId="265"/>
            <ac:spMk id="14" creationId="{41D840F1-DC07-A892-D9A6-F94DB2E90208}"/>
          </ac:spMkLst>
        </pc:spChg>
        <pc:spChg chg="mod">
          <ac:chgData name="Buhler, Tanya (RCMP/GRC)" userId="44b4bde7-4180-4c70-8946-02ab7213e3ae" providerId="ADAL" clId="{BBFAF53A-8642-47A9-A627-5702179526DF}" dt="2026-05-05T14:07:10.184" v="13530" actId="14100"/>
          <ac:spMkLst>
            <pc:docMk/>
            <pc:sldMk cId="648096856" sldId="265"/>
            <ac:spMk id="15" creationId="{421D4132-C49C-0549-1DEC-D0655D685C59}"/>
          </ac:spMkLst>
        </pc:spChg>
        <pc:spChg chg="mod">
          <ac:chgData name="Buhler, Tanya (RCMP/GRC)" userId="44b4bde7-4180-4c70-8946-02ab7213e3ae" providerId="ADAL" clId="{BBFAF53A-8642-47A9-A627-5702179526DF}" dt="2026-04-30T20:13:25.606" v="13479" actId="20578"/>
          <ac:spMkLst>
            <pc:docMk/>
            <pc:sldMk cId="648096856" sldId="265"/>
            <ac:spMk id="21" creationId="{D0AB1049-E887-E77F-BAD6-E51E85E63853}"/>
          </ac:spMkLst>
        </pc:spChg>
        <pc:spChg chg="mod">
          <ac:chgData name="Buhler, Tanya (RCMP/GRC)" userId="44b4bde7-4180-4c70-8946-02ab7213e3ae" providerId="ADAL" clId="{BBFAF53A-8642-47A9-A627-5702179526DF}" dt="2026-04-30T20:12:40.863" v="13474" actId="20577"/>
          <ac:spMkLst>
            <pc:docMk/>
            <pc:sldMk cId="648096856" sldId="265"/>
            <ac:spMk id="24" creationId="{3124C696-1AA7-0782-9338-0BDD082731B4}"/>
          </ac:spMkLst>
        </pc:spChg>
        <pc:picChg chg="add mod">
          <ac:chgData name="Buhler, Tanya (RCMP/GRC)" userId="44b4bde7-4180-4c70-8946-02ab7213e3ae" providerId="ADAL" clId="{BBFAF53A-8642-47A9-A627-5702179526DF}" dt="2026-04-30T20:21:29.889" v="13506" actId="1076"/>
          <ac:picMkLst>
            <pc:docMk/>
            <pc:sldMk cId="648096856" sldId="265"/>
            <ac:picMk id="20" creationId="{0F11F09F-19F9-E00F-8376-E6333C481E24}"/>
          </ac:picMkLst>
        </pc:picChg>
        <pc:picChg chg="add mod">
          <ac:chgData name="Buhler, Tanya (RCMP/GRC)" userId="44b4bde7-4180-4c70-8946-02ab7213e3ae" providerId="ADAL" clId="{BBFAF53A-8642-47A9-A627-5702179526DF}" dt="2026-04-30T20:22:44.054" v="13522" actId="1076"/>
          <ac:picMkLst>
            <pc:docMk/>
            <pc:sldMk cId="648096856" sldId="265"/>
            <ac:picMk id="26" creationId="{84A97B98-BD08-2451-C64E-F142968702AC}"/>
          </ac:picMkLst>
        </pc:picChg>
        <pc:picChg chg="mod">
          <ac:chgData name="Buhler, Tanya (RCMP/GRC)" userId="44b4bde7-4180-4c70-8946-02ab7213e3ae" providerId="ADAL" clId="{BBFAF53A-8642-47A9-A627-5702179526DF}" dt="2026-04-29T19:45:34.565" v="13423" actId="1076"/>
          <ac:picMkLst>
            <pc:docMk/>
            <pc:sldMk cId="648096856" sldId="265"/>
            <ac:picMk id="30" creationId="{0339619F-0CD8-3CF3-1342-E081EC06D341}"/>
          </ac:picMkLst>
        </pc:picChg>
        <pc:picChg chg="mod">
          <ac:chgData name="Buhler, Tanya (RCMP/GRC)" userId="44b4bde7-4180-4c70-8946-02ab7213e3ae" providerId="ADAL" clId="{BBFAF53A-8642-47A9-A627-5702179526DF}" dt="2026-04-29T19:01:42.079" v="13381" actId="1076"/>
          <ac:picMkLst>
            <pc:docMk/>
            <pc:sldMk cId="648096856" sldId="265"/>
            <ac:picMk id="34" creationId="{850F787C-66F4-06CB-F9DC-6FBF13319A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09C67-1562-46CA-8D7D-85E619107612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D53AD-36A2-456F-B5A0-FA309F680C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651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751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3012-476B-4188-7774-E1FB33E2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D6790-FB61-2A7B-CE51-278CA3493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F94C9-FD8B-451D-6BA4-B60C8E182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0357F-DFA2-4453-7915-643751A12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7467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FFCC8-7194-ADE2-A9E3-749FF1A3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EAC12-E7C6-D3FD-6907-0513B4AF1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AC8AA-ABD4-A2BA-8478-7CAC78BAB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991DB-8808-DEB3-3E97-5D64C106D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866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0A04-D34E-AD13-9144-21DF6BC8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30E2F-F011-90CE-020E-83841EA39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E4D8C-7A52-D719-C763-2C9F5920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59916-0B08-9AE8-A40A-05897348C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2358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7A26-9BB2-15DB-DC00-2F06EB77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4DF4C-A7D3-31A0-3DAB-CD6A1F4C7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C368D-D275-B7FE-8CFD-62FBEF703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16E32-E6A6-F8DB-1574-F2BA08322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153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F0D0-2290-663F-5116-3CD9337A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3037A-FD68-000C-CCAF-9D70CB596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DD8BB-77EB-4DB2-A7E2-A85B305D3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290BF-FA5E-198E-50C4-DA49A914D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777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2BDD-7E35-AD0F-62B2-DC426417E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4D865-E270-538C-25F8-529ECC938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EAF11-EFCF-4BE5-3774-F82926BDD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62B0B-FD05-D9F0-EB37-C25A30F0C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624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CCAB-5960-3720-D4FB-FC6DFCF9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C8B60-495D-F32D-04BD-95FDD364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3CA15-8BB8-B53D-6CE1-286655A5A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4AD61-5BE7-65E1-4569-13A936A88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D53AD-36A2-456F-B5A0-FA309F680C4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60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A26F-1BFF-3885-AE62-72928083D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39FC2-081F-84F2-DB72-BB9A4EC6B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B7DA-0A2F-1D0B-84A4-D88D65C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67E2-D23A-C824-73F3-E48F6BA7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91614-23D6-E8FB-5710-75667EF2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217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61D2-11E8-71FF-5B2C-DAF4A568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17978-0E9D-C319-44A7-2889FC6D9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2D35-7C39-FE56-4E66-B9E25308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E27A-2705-4372-614B-71EB1399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2542-1E7F-8B12-5B47-1A62DC02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7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E7C5-C222-A795-8A02-CEF1BFC9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01922-87B2-B6D2-91A4-BC331456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530F-9DD5-2945-DB29-A370FC1E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2E65-FA4D-8C8F-DC5F-342CCFDA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CEB70-F5A3-DAA6-D1B9-189892C9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953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715C-8A59-F59A-460D-70BBD12A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9050-A214-7D8B-D52E-1008526E7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8ACA7-B787-961F-47E1-762955FC7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5B2D1-31DB-A36B-0109-01A84AA8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4FF1-B06D-AD92-C627-825083EE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1B74D-52F8-1DF7-B4FD-8F1B6A5B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91FB-61CF-A424-E5DA-32AB02B9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1496A-5AF7-77D3-FC0F-2EEB9B77A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5E2FC-4D0C-9961-8904-EC7B4BF2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50205-27BF-3D0B-3639-FE5796608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9045C-E421-AF10-EDC1-44DF4BB1F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9DA2D-68CE-E156-DB56-6EB1E3A2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7E88A-7737-3936-870A-BB07E7A2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A9BF7-16B5-F965-2B79-C6192880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594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BEBB-B7CA-C7E3-4707-B5499A1A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6A478-819C-8E73-F67D-042F79F9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4079E-AF2C-C83E-9CFC-67791570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AD80F-0D96-852F-0284-48B36225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86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749BF-BB6D-7E8A-BAFB-6AA824DF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F678D-38AD-15D7-6E7F-10ECF561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F72D3-8A1D-8155-BAB3-62CBE8F7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6347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FDFC-B349-23D8-DF33-0C4C98B5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3F7D-0164-317D-8FC1-8C95AD1EF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AE756-ACC4-1054-AB37-BE18718AD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3FA2F-9DC6-A5A9-D968-ACE59DDB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B1A9B-FC06-BBA7-46C0-5BFAD614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F7834-F53A-9B27-78B3-1610CE1E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278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DEDB-8E71-F6E4-59D7-5EB3A9A7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215127-9C2F-887B-4FC7-E5A73866A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EF621-301B-15BE-320E-739A9299B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AB599-CF45-DCA6-0ED6-D7E0DD45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B730E-5243-EF41-681A-3EF255B0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1CF4A-8453-9CD8-172D-AE186242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77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55F3-F247-441A-6192-10D09B7D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0C2BB-BC75-D9FF-D3D6-0F3DAE994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142E-DD33-7BC7-5911-52D09CDC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4401F-0EEE-E71A-74A1-A628415B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E35A2-68AA-021F-13C5-E0E882D4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63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BCCB9-5AAB-D66C-1DDC-91BFCE3D3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CC25E-69C9-E9F3-E671-29E4FC813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4E816-C2D4-A146-15CB-6E4C3405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3CB6-D673-079D-9DED-D58E2357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F9240-457D-51A5-7E65-A390D397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846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CEBB8-6962-7488-961E-9B04BE4B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774E7-4358-E300-A63C-3A1375CBE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C550-E4BA-67C9-2F7A-B3D51074C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E6371-D128-44B0-B5DC-8804CE3328D0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719BA-9983-FD63-9DC1-0C859A423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9D02B-3D97-92E3-3E84-392FE2897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6CF7F-EC3C-4722-A0C1-7C36F6292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525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image" Target="../media/image9.png"/><Relationship Id="rId5" Type="http://schemas.openxmlformats.org/officeDocument/2006/relationships/slide" Target="slide6.xml"/><Relationship Id="rId15" Type="http://schemas.openxmlformats.org/officeDocument/2006/relationships/image" Target="../media/image13.svg"/><Relationship Id="rId10" Type="http://schemas.openxmlformats.org/officeDocument/2006/relationships/image" Target="../media/image5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slide" Target="slide5.xml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slide" Target="slide2.xml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hyperlink" Target="mailto:rcmpnb.grcnb@rcmp-grc.gc.ca" TargetMode="External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hyperlink" Target="https://rcmp.ca/en/nb" TargetMode="External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slide" Target="slide2.xml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hyperlink" Target="mailto:rcmpnb.grcnb@rcmp-grc.gc.ca" TargetMode="External"/><Relationship Id="rId10" Type="http://schemas.openxmlformats.org/officeDocument/2006/relationships/image" Target="../media/image26.svg"/><Relationship Id="rId4" Type="http://schemas.openxmlformats.org/officeDocument/2006/relationships/hyperlink" Target="https://rcmp.ca/en/nb" TargetMode="External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121B071-C3B1-DABB-2A8E-1DB4BCED3A29}"/>
              </a:ext>
            </a:extLst>
          </p:cNvPr>
          <p:cNvSpPr/>
          <p:nvPr/>
        </p:nvSpPr>
        <p:spPr>
          <a:xfrm>
            <a:off x="2904611" y="3831967"/>
            <a:ext cx="7803810" cy="990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1F22D-DFBC-FAF5-D8A3-8D47F8C1F670}"/>
              </a:ext>
            </a:extLst>
          </p:cNvPr>
          <p:cNvSpPr txBox="1"/>
          <p:nvPr/>
        </p:nvSpPr>
        <p:spPr>
          <a:xfrm>
            <a:off x="411829" y="130411"/>
            <a:ext cx="414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News and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E8C45-1977-4B67-A69D-1001E0FB037E}"/>
              </a:ext>
            </a:extLst>
          </p:cNvPr>
          <p:cNvSpPr txBox="1"/>
          <p:nvPr/>
        </p:nvSpPr>
        <p:spPr>
          <a:xfrm>
            <a:off x="411829" y="628290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Find the most recent RCMP news and communications between date and 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72A65-51BA-4081-EA3C-A0B65ABEB5C4}"/>
              </a:ext>
            </a:extLst>
          </p:cNvPr>
          <p:cNvSpPr txBox="1"/>
          <p:nvPr/>
        </p:nvSpPr>
        <p:spPr>
          <a:xfrm>
            <a:off x="394368" y="1882439"/>
            <a:ext cx="2510241" cy="3970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Search</a:t>
            </a:r>
          </a:p>
          <a:p>
            <a:br>
              <a:rPr lang="en-CA" dirty="0"/>
            </a:br>
            <a:br>
              <a:rPr lang="en-CA" dirty="0"/>
            </a:br>
            <a:r>
              <a:rPr lang="en-CA" sz="1100" dirty="0"/>
              <a:t>Apply any of the following </a:t>
            </a:r>
            <a:r>
              <a:rPr lang="en-CA" sz="1100" dirty="0" err="1"/>
              <a:t>filtres</a:t>
            </a:r>
            <a:r>
              <a:rPr lang="en-CA" sz="1100" dirty="0"/>
              <a:t> to narrow your search:</a:t>
            </a:r>
          </a:p>
          <a:p>
            <a:endParaRPr lang="en-CA" sz="1200" dirty="0"/>
          </a:p>
          <a:p>
            <a:r>
              <a:rPr lang="en-CA" dirty="0"/>
              <a:t>    Topic</a:t>
            </a:r>
          </a:p>
          <a:p>
            <a:endParaRPr lang="en-CA" sz="1600" dirty="0"/>
          </a:p>
          <a:p>
            <a:r>
              <a:rPr lang="en-CA" sz="1600" dirty="0"/>
              <a:t>     Province and Territories</a:t>
            </a:r>
          </a:p>
          <a:p>
            <a:endParaRPr lang="en-CA" sz="1600" dirty="0"/>
          </a:p>
          <a:p>
            <a:r>
              <a:rPr lang="en-CA" sz="1600" dirty="0"/>
              <a:t>      Division or</a:t>
            </a:r>
          </a:p>
          <a:p>
            <a:r>
              <a:rPr lang="en-CA" sz="1600" dirty="0"/>
              <a:t>      Federal Policing</a:t>
            </a:r>
            <a:br>
              <a:rPr lang="en-CA" sz="1600" dirty="0"/>
            </a:br>
            <a:r>
              <a:rPr lang="en-CA" sz="1600" dirty="0"/>
              <a:t>      Region</a:t>
            </a:r>
          </a:p>
          <a:p>
            <a:r>
              <a:rPr lang="en-CA" sz="1600" dirty="0"/>
              <a:t>      </a:t>
            </a:r>
          </a:p>
          <a:p>
            <a:r>
              <a:rPr lang="en-CA" sz="1600" dirty="0"/>
              <a:t>     Publication date</a:t>
            </a:r>
            <a:endParaRPr lang="en-CA" dirty="0"/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C8421-2805-FF8B-5578-4F75F421B92D}"/>
              </a:ext>
            </a:extLst>
          </p:cNvPr>
          <p:cNvSpPr txBox="1"/>
          <p:nvPr/>
        </p:nvSpPr>
        <p:spPr>
          <a:xfrm>
            <a:off x="2770213" y="1931297"/>
            <a:ext cx="8215639" cy="10772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1000 results | Showing 10 of 1,000 entries</a:t>
            </a:r>
          </a:p>
          <a:p>
            <a:r>
              <a:rPr lang="en-CA" sz="1400" dirty="0"/>
              <a:t> </a:t>
            </a:r>
          </a:p>
          <a:p>
            <a:r>
              <a:rPr lang="en-CA" sz="1400" b="1" dirty="0"/>
              <a:t>Sort by </a:t>
            </a:r>
          </a:p>
          <a:p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40904-5A88-CB56-03E6-46F8CE6C2E41}"/>
              </a:ext>
            </a:extLst>
          </p:cNvPr>
          <p:cNvSpPr/>
          <p:nvPr/>
        </p:nvSpPr>
        <p:spPr>
          <a:xfrm>
            <a:off x="481621" y="2196731"/>
            <a:ext cx="1795637" cy="3071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AFCA4A-4FD2-51AF-4FA3-02023620B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03" y="2228562"/>
            <a:ext cx="244415" cy="243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610402-64CE-4092-7910-4EF69F0F4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81621" y="4354992"/>
            <a:ext cx="174505" cy="108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C1084-AB4B-3914-4366-9D44431F6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81621" y="3864350"/>
            <a:ext cx="174505" cy="1089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732AFD-808D-7F39-014F-21FAEC54CC94}"/>
              </a:ext>
            </a:extLst>
          </p:cNvPr>
          <p:cNvSpPr txBox="1"/>
          <p:nvPr/>
        </p:nvSpPr>
        <p:spPr>
          <a:xfrm>
            <a:off x="8232083" y="929451"/>
            <a:ext cx="2855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" action="ppaction://hlinkshowjump?jump=lastslide"/>
              </a:rPr>
              <a:t>Search archived news and</a:t>
            </a:r>
          </a:p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" action="ppaction://hlinkshowjump?jump=lastslide"/>
              </a:rPr>
              <a:t>communications </a:t>
            </a:r>
            <a:endParaRPr lang="en-CA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4B709-D106-86BC-D584-4A67A17E63E7}"/>
              </a:ext>
            </a:extLst>
          </p:cNvPr>
          <p:cNvSpPr txBox="1"/>
          <p:nvPr/>
        </p:nvSpPr>
        <p:spPr>
          <a:xfrm>
            <a:off x="411829" y="1471526"/>
            <a:ext cx="33849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Communications from the Commissioner of the RCMP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E5570-2BAC-F145-3026-C2015E763E2F}"/>
              </a:ext>
            </a:extLst>
          </p:cNvPr>
          <p:cNvSpPr txBox="1"/>
          <p:nvPr/>
        </p:nvSpPr>
        <p:spPr>
          <a:xfrm>
            <a:off x="394369" y="917509"/>
            <a:ext cx="346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Read the latest communications </a:t>
            </a:r>
            <a:b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from the Commissioner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FF56A-BB1B-B2E6-94CF-E8780E6AD090}"/>
              </a:ext>
            </a:extLst>
          </p:cNvPr>
          <p:cNvSpPr txBox="1"/>
          <p:nvPr/>
        </p:nvSpPr>
        <p:spPr>
          <a:xfrm>
            <a:off x="8232085" y="1483730"/>
            <a:ext cx="3384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News and archives older than 20xx-xx-xx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52A0D-9924-6921-4EFA-4D31B6294856}"/>
              </a:ext>
            </a:extLst>
          </p:cNvPr>
          <p:cNvSpPr txBox="1"/>
          <p:nvPr/>
        </p:nvSpPr>
        <p:spPr>
          <a:xfrm>
            <a:off x="4675708" y="924393"/>
            <a:ext cx="243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Subscribe to news and</a:t>
            </a:r>
          </a:p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communications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F0F77-F226-F6FD-9A89-BA0E919C76F6}"/>
              </a:ext>
            </a:extLst>
          </p:cNvPr>
          <p:cNvSpPr txBox="1"/>
          <p:nvPr/>
        </p:nvSpPr>
        <p:spPr>
          <a:xfrm>
            <a:off x="4675708" y="1478000"/>
            <a:ext cx="3384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Receive news and communications by email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FAFD2A-2051-EB6A-7A40-A05F8171C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81620" y="3347924"/>
            <a:ext cx="174505" cy="1089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3E64E8F-50A6-FC27-E482-AD25C44F66BD}"/>
              </a:ext>
            </a:extLst>
          </p:cNvPr>
          <p:cNvSpPr/>
          <p:nvPr/>
        </p:nvSpPr>
        <p:spPr>
          <a:xfrm>
            <a:off x="3483084" y="2472219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Recent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A1ED8C-2667-67B4-316B-0F02DCD014BE}"/>
              </a:ext>
            </a:extLst>
          </p:cNvPr>
          <p:cNvCxnSpPr/>
          <p:nvPr/>
        </p:nvCxnSpPr>
        <p:spPr>
          <a:xfrm>
            <a:off x="2910724" y="2799114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719111-AC33-AB58-AE4B-5E23AE67CABD}"/>
              </a:ext>
            </a:extLst>
          </p:cNvPr>
          <p:cNvCxnSpPr/>
          <p:nvPr/>
        </p:nvCxnSpPr>
        <p:spPr>
          <a:xfrm>
            <a:off x="2910724" y="3810008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33E814-5FB7-E7C3-5890-C72A830A1692}"/>
              </a:ext>
            </a:extLst>
          </p:cNvPr>
          <p:cNvCxnSpPr/>
          <p:nvPr/>
        </p:nvCxnSpPr>
        <p:spPr>
          <a:xfrm>
            <a:off x="2904611" y="4853350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67ECDF2-85BC-4ECA-FD64-4DAAA9D09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724" y="2945631"/>
            <a:ext cx="1235449" cy="81960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0AFAB54-74F1-68CB-976F-0B0ED91E15D1}"/>
              </a:ext>
            </a:extLst>
          </p:cNvPr>
          <p:cNvSpPr/>
          <p:nvPr/>
        </p:nvSpPr>
        <p:spPr>
          <a:xfrm>
            <a:off x="2910723" y="2820113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192A80-24C0-663C-3623-E8E13D43BA57}"/>
              </a:ext>
            </a:extLst>
          </p:cNvPr>
          <p:cNvSpPr txBox="1"/>
          <p:nvPr/>
        </p:nvSpPr>
        <p:spPr>
          <a:xfrm>
            <a:off x="4280570" y="2749534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E37CA9-4771-7B6D-9723-61CE4392B450}"/>
              </a:ext>
            </a:extLst>
          </p:cNvPr>
          <p:cNvSpPr txBox="1"/>
          <p:nvPr/>
        </p:nvSpPr>
        <p:spPr>
          <a:xfrm>
            <a:off x="4280570" y="300941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 or communication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A31FAE-A8C7-642A-BD72-B769E757CCCD}"/>
              </a:ext>
            </a:extLst>
          </p:cNvPr>
          <p:cNvSpPr txBox="1"/>
          <p:nvPr/>
        </p:nvSpPr>
        <p:spPr>
          <a:xfrm>
            <a:off x="4280570" y="321845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D8C327-8263-D9E1-31BC-3665418BE20B}"/>
              </a:ext>
            </a:extLst>
          </p:cNvPr>
          <p:cNvSpPr txBox="1"/>
          <p:nvPr/>
        </p:nvSpPr>
        <p:spPr>
          <a:xfrm>
            <a:off x="4280570" y="3406490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3FC7C1-9B26-84B6-1720-31EA65F50231}"/>
              </a:ext>
            </a:extLst>
          </p:cNvPr>
          <p:cNvSpPr/>
          <p:nvPr/>
        </p:nvSpPr>
        <p:spPr>
          <a:xfrm>
            <a:off x="2910723" y="3831973"/>
            <a:ext cx="1235449" cy="1325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2E7AD2-799E-DA20-1AF3-2181A6CCF955}"/>
              </a:ext>
            </a:extLst>
          </p:cNvPr>
          <p:cNvSpPr txBox="1"/>
          <p:nvPr/>
        </p:nvSpPr>
        <p:spPr>
          <a:xfrm>
            <a:off x="4286682" y="3767846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70F497-9148-5269-C702-D5267DE39F6B}"/>
              </a:ext>
            </a:extLst>
          </p:cNvPr>
          <p:cNvSpPr txBox="1"/>
          <p:nvPr/>
        </p:nvSpPr>
        <p:spPr>
          <a:xfrm>
            <a:off x="4280570" y="3985102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 or communication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1D02E0-B858-CBAB-5B3C-9008352F36B9}"/>
              </a:ext>
            </a:extLst>
          </p:cNvPr>
          <p:cNvSpPr txBox="1"/>
          <p:nvPr/>
        </p:nvSpPr>
        <p:spPr>
          <a:xfrm>
            <a:off x="4280570" y="420251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9C93E1-8FD2-6B4E-8773-6B4C284BE30D}"/>
              </a:ext>
            </a:extLst>
          </p:cNvPr>
          <p:cNvSpPr txBox="1"/>
          <p:nvPr/>
        </p:nvSpPr>
        <p:spPr>
          <a:xfrm>
            <a:off x="4280570" y="4418350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Lorem ipsum dolor sit amet, consectetur adipiscing elit, sed do eiusmod tempor incididunt ut labore. </a:t>
            </a:r>
            <a:endParaRPr lang="en-CA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796A54-2E4B-956E-C43A-14A70600A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611" y="3987332"/>
            <a:ext cx="1235449" cy="8196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313C72-B39E-B22C-44A3-F83F4EBCC37F}"/>
              </a:ext>
            </a:extLst>
          </p:cNvPr>
          <p:cNvSpPr txBox="1"/>
          <p:nvPr/>
        </p:nvSpPr>
        <p:spPr>
          <a:xfrm>
            <a:off x="2779571" y="5273631"/>
            <a:ext cx="151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Features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CAA4EBA-A7EA-524C-C01E-FE96E0F75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81620" y="5321099"/>
            <a:ext cx="174505" cy="1089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9608418-CE91-84BF-A5FE-B128A810E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0490" y="5523531"/>
            <a:ext cx="1855187" cy="133506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298464F-B2FB-E6D9-9F7A-4AB551F36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7866" y="5519655"/>
            <a:ext cx="1835549" cy="13428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A400891-537D-9590-37C0-97BC57FAB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5604" y="5515182"/>
            <a:ext cx="1855187" cy="134281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971736A-A2B2-0E4A-3C77-CD6DBA83F2D4}"/>
              </a:ext>
            </a:extLst>
          </p:cNvPr>
          <p:cNvSpPr txBox="1"/>
          <p:nvPr/>
        </p:nvSpPr>
        <p:spPr>
          <a:xfrm>
            <a:off x="424355" y="-42919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DF47902-E932-A848-0E4D-3681BE4AD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866" y="2506830"/>
            <a:ext cx="174505" cy="108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D6941A-92E4-E787-4084-790FE15F17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2501" y="4879014"/>
            <a:ext cx="822657" cy="2667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2B05E5-2825-878E-0C5B-853CAFEF14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6384" y="5122343"/>
            <a:ext cx="688365" cy="2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01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EC0C-80F4-0FDE-F789-C550A228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06631EB-B97C-FA87-C65F-54277602B5D7}"/>
              </a:ext>
            </a:extLst>
          </p:cNvPr>
          <p:cNvSpPr/>
          <p:nvPr/>
        </p:nvSpPr>
        <p:spPr>
          <a:xfrm>
            <a:off x="2904611" y="3998223"/>
            <a:ext cx="7803810" cy="990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A1F9C-8E19-8EC6-8319-1A6859F08B93}"/>
              </a:ext>
            </a:extLst>
          </p:cNvPr>
          <p:cNvSpPr txBox="1"/>
          <p:nvPr/>
        </p:nvSpPr>
        <p:spPr>
          <a:xfrm>
            <a:off x="411829" y="130411"/>
            <a:ext cx="414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News and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02EE2-B93F-DEB9-C13D-9AE6F6D6C990}"/>
              </a:ext>
            </a:extLst>
          </p:cNvPr>
          <p:cNvSpPr txBox="1"/>
          <p:nvPr/>
        </p:nvSpPr>
        <p:spPr>
          <a:xfrm>
            <a:off x="411829" y="622226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Find the most recent RCMP news and communications between date and 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D47D9-9987-30B9-19ED-FA2DF6BED475}"/>
              </a:ext>
            </a:extLst>
          </p:cNvPr>
          <p:cNvSpPr txBox="1"/>
          <p:nvPr/>
        </p:nvSpPr>
        <p:spPr>
          <a:xfrm>
            <a:off x="399397" y="1866886"/>
            <a:ext cx="2457473" cy="50321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/>
              <a:t>Search</a:t>
            </a:r>
          </a:p>
          <a:p>
            <a:br>
              <a:rPr lang="en-CA" dirty="0"/>
            </a:br>
            <a:br>
              <a:rPr lang="en-CA" dirty="0"/>
            </a:br>
            <a:r>
              <a:rPr lang="en-CA" sz="1100" dirty="0"/>
              <a:t>Apply any of the following </a:t>
            </a:r>
            <a:r>
              <a:rPr lang="en-CA" sz="1100" dirty="0" err="1"/>
              <a:t>filtres</a:t>
            </a:r>
            <a:r>
              <a:rPr lang="en-CA" sz="1100" dirty="0"/>
              <a:t> to narrow your search:</a:t>
            </a:r>
          </a:p>
          <a:p>
            <a:endParaRPr lang="en-CA" sz="1200" dirty="0"/>
          </a:p>
          <a:p>
            <a:r>
              <a:rPr lang="en-CA" dirty="0"/>
              <a:t>     Topic</a:t>
            </a:r>
          </a:p>
          <a:p>
            <a:endParaRPr lang="en-CA" sz="1600" dirty="0"/>
          </a:p>
          <a:p>
            <a:r>
              <a:rPr lang="en-CA" sz="1600" dirty="0"/>
              <a:t>     </a:t>
            </a:r>
            <a:br>
              <a:rPr lang="en-CA" sz="1600" dirty="0"/>
            </a:br>
            <a:r>
              <a:rPr lang="en-CA" sz="1600" dirty="0"/>
              <a:t>     Province and Territories</a:t>
            </a:r>
          </a:p>
          <a:p>
            <a:endParaRPr lang="en-CA" sz="1600" dirty="0"/>
          </a:p>
          <a:p>
            <a:r>
              <a:rPr lang="en-CA" sz="1600" dirty="0"/>
              <a:t>      </a:t>
            </a:r>
            <a:br>
              <a:rPr lang="en-CA" sz="1600" dirty="0"/>
            </a:br>
            <a:r>
              <a:rPr lang="en-CA" sz="1600" dirty="0"/>
              <a:t>     Division or Federal</a:t>
            </a:r>
            <a:br>
              <a:rPr lang="en-CA" sz="1600" dirty="0"/>
            </a:br>
            <a:r>
              <a:rPr lang="en-CA" sz="1600" dirty="0"/>
              <a:t>      Policing Region</a:t>
            </a:r>
          </a:p>
          <a:p>
            <a:r>
              <a:rPr lang="en-CA" sz="1600" dirty="0"/>
              <a:t>      </a:t>
            </a:r>
          </a:p>
          <a:p>
            <a:r>
              <a:rPr lang="en-CA" sz="1600" dirty="0"/>
              <a:t>      </a:t>
            </a:r>
          </a:p>
          <a:p>
            <a:r>
              <a:rPr lang="en-CA" sz="1600" dirty="0"/>
              <a:t>      Publication date</a:t>
            </a:r>
          </a:p>
          <a:p>
            <a:endParaRPr lang="en-CA" sz="1100" dirty="0"/>
          </a:p>
          <a:p>
            <a:r>
              <a:rPr lang="en-CA" sz="1100" dirty="0"/>
              <a:t>Start date </a:t>
            </a:r>
            <a:br>
              <a:rPr lang="en-CA" sz="1100" dirty="0"/>
            </a:br>
            <a:endParaRPr lang="en-CA" sz="1100" dirty="0"/>
          </a:p>
          <a:p>
            <a:r>
              <a:rPr lang="en-CA" sz="1100" dirty="0"/>
              <a:t>End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ECF4B-7CBA-BF68-F6E4-5445767F4E29}"/>
              </a:ext>
            </a:extLst>
          </p:cNvPr>
          <p:cNvSpPr txBox="1"/>
          <p:nvPr/>
        </p:nvSpPr>
        <p:spPr>
          <a:xfrm>
            <a:off x="2701265" y="1908054"/>
            <a:ext cx="8244876" cy="10772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5 entries</a:t>
            </a:r>
          </a:p>
          <a:p>
            <a:r>
              <a:rPr lang="en-CA" sz="1400" dirty="0"/>
              <a:t> </a:t>
            </a:r>
          </a:p>
          <a:p>
            <a:endParaRPr lang="en-CA" sz="1400" b="1" dirty="0"/>
          </a:p>
          <a:p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C62ED-AB59-CC65-62DA-1F96656F31C6}"/>
              </a:ext>
            </a:extLst>
          </p:cNvPr>
          <p:cNvSpPr/>
          <p:nvPr/>
        </p:nvSpPr>
        <p:spPr>
          <a:xfrm>
            <a:off x="481621" y="2196731"/>
            <a:ext cx="1795637" cy="3071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keyword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3BF831-264B-84F1-00AF-EAC55E8D4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03" y="2228562"/>
            <a:ext cx="244415" cy="243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3D174E-E685-E6F4-F60B-887432F40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3077" y="5796239"/>
            <a:ext cx="174505" cy="108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34F42B-DA81-0245-0438-EAB640F72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0" y="4830375"/>
            <a:ext cx="174505" cy="1089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47627B-419E-FB5A-954A-6719651E6D07}"/>
              </a:ext>
            </a:extLst>
          </p:cNvPr>
          <p:cNvSpPr txBox="1"/>
          <p:nvPr/>
        </p:nvSpPr>
        <p:spPr>
          <a:xfrm>
            <a:off x="411829" y="1471526"/>
            <a:ext cx="33849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Communications from the Commissioner of the RCMP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C4211-C400-581E-5C65-2DADAE05659A}"/>
              </a:ext>
            </a:extLst>
          </p:cNvPr>
          <p:cNvSpPr txBox="1"/>
          <p:nvPr/>
        </p:nvSpPr>
        <p:spPr>
          <a:xfrm>
            <a:off x="394369" y="917509"/>
            <a:ext cx="346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5" action="ppaction://hlinksldjump"/>
              </a:rPr>
              <a:t>Read the latest communications </a:t>
            </a:r>
            <a:b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5" action="ppaction://hlinksldjump"/>
              </a:rPr>
            </a:br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5" action="ppaction://hlinksldjump"/>
              </a:rPr>
              <a:t>from the Commissioner</a:t>
            </a:r>
            <a:endParaRPr lang="en-CA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03675-2B21-4756-5EBD-058947A73DD8}"/>
              </a:ext>
            </a:extLst>
          </p:cNvPr>
          <p:cNvSpPr txBox="1"/>
          <p:nvPr/>
        </p:nvSpPr>
        <p:spPr>
          <a:xfrm>
            <a:off x="4675708" y="924393"/>
            <a:ext cx="243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6" action="ppaction://hlinksldjump"/>
              </a:rPr>
              <a:t>Subscribe to news and</a:t>
            </a:r>
          </a:p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6" action="ppaction://hlinksldjump"/>
              </a:rPr>
              <a:t>communications</a:t>
            </a:r>
            <a:endParaRPr lang="en-CA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42DBE-DF8A-7AC3-21DC-6DEB0752DB07}"/>
              </a:ext>
            </a:extLst>
          </p:cNvPr>
          <p:cNvSpPr txBox="1"/>
          <p:nvPr/>
        </p:nvSpPr>
        <p:spPr>
          <a:xfrm>
            <a:off x="4675708" y="1478000"/>
            <a:ext cx="3384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Receive news and communications by email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C984A3-BBF1-3B70-CEA1-38F2B0010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20" y="3318107"/>
            <a:ext cx="174505" cy="1089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97F810F-3711-BC2D-A7B9-00819684EFF4}"/>
              </a:ext>
            </a:extLst>
          </p:cNvPr>
          <p:cNvSpPr/>
          <p:nvPr/>
        </p:nvSpPr>
        <p:spPr>
          <a:xfrm>
            <a:off x="3388085" y="2764198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Relevance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DE7BD9-4E46-4E51-9E69-39E7820D0D2E}"/>
              </a:ext>
            </a:extLst>
          </p:cNvPr>
          <p:cNvCxnSpPr/>
          <p:nvPr/>
        </p:nvCxnSpPr>
        <p:spPr>
          <a:xfrm>
            <a:off x="2910724" y="3001004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3C8313-1BB5-D24E-FC83-8E2D6389E4AE}"/>
              </a:ext>
            </a:extLst>
          </p:cNvPr>
          <p:cNvCxnSpPr/>
          <p:nvPr/>
        </p:nvCxnSpPr>
        <p:spPr>
          <a:xfrm>
            <a:off x="2910724" y="3976264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479EF5-6271-15B4-B56F-82582B80C1F1}"/>
              </a:ext>
            </a:extLst>
          </p:cNvPr>
          <p:cNvCxnSpPr/>
          <p:nvPr/>
        </p:nvCxnSpPr>
        <p:spPr>
          <a:xfrm>
            <a:off x="2898500" y="5000666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9FCAC4B-6439-071A-E3F5-958E3291E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0724" y="3147521"/>
            <a:ext cx="1235449" cy="81960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DE65C8C-40E5-F402-4B73-9618F6E460B4}"/>
              </a:ext>
            </a:extLst>
          </p:cNvPr>
          <p:cNvSpPr/>
          <p:nvPr/>
        </p:nvSpPr>
        <p:spPr>
          <a:xfrm>
            <a:off x="2910723" y="3022003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E22D6C-D80B-414E-EFCD-7361523471F6}"/>
              </a:ext>
            </a:extLst>
          </p:cNvPr>
          <p:cNvSpPr txBox="1"/>
          <p:nvPr/>
        </p:nvSpPr>
        <p:spPr>
          <a:xfrm>
            <a:off x="4280570" y="2951424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FDE7DC-8D66-6A9F-D36E-A8BD795F1A7A}"/>
              </a:ext>
            </a:extLst>
          </p:cNvPr>
          <p:cNvSpPr txBox="1"/>
          <p:nvPr/>
        </p:nvSpPr>
        <p:spPr>
          <a:xfrm>
            <a:off x="4280570" y="321130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news or communication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1CEBD-7985-9F5F-3187-0AC48E8592F6}"/>
              </a:ext>
            </a:extLst>
          </p:cNvPr>
          <p:cNvSpPr txBox="1"/>
          <p:nvPr/>
        </p:nvSpPr>
        <p:spPr>
          <a:xfrm>
            <a:off x="4280570" y="342034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A36BE7-69F4-D0AE-971D-8ADFE34658C3}"/>
              </a:ext>
            </a:extLst>
          </p:cNvPr>
          <p:cNvSpPr txBox="1"/>
          <p:nvPr/>
        </p:nvSpPr>
        <p:spPr>
          <a:xfrm>
            <a:off x="4280570" y="3608380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B2D1ED-9D57-41ED-7579-956D3EC24B34}"/>
              </a:ext>
            </a:extLst>
          </p:cNvPr>
          <p:cNvSpPr/>
          <p:nvPr/>
        </p:nvSpPr>
        <p:spPr>
          <a:xfrm>
            <a:off x="2910723" y="3998229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4ADEA-E460-1C2D-1C93-C8EBF4380F40}"/>
              </a:ext>
            </a:extLst>
          </p:cNvPr>
          <p:cNvSpPr txBox="1"/>
          <p:nvPr/>
        </p:nvSpPr>
        <p:spPr>
          <a:xfrm>
            <a:off x="4286682" y="3934102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4F1C06-0D52-0ADF-EF43-55E9300CA628}"/>
              </a:ext>
            </a:extLst>
          </p:cNvPr>
          <p:cNvSpPr txBox="1"/>
          <p:nvPr/>
        </p:nvSpPr>
        <p:spPr>
          <a:xfrm>
            <a:off x="4280570" y="4151358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news or communication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9AA797-1D07-DF3D-F686-D24DF89DF81D}"/>
              </a:ext>
            </a:extLst>
          </p:cNvPr>
          <p:cNvSpPr txBox="1"/>
          <p:nvPr/>
        </p:nvSpPr>
        <p:spPr>
          <a:xfrm>
            <a:off x="4280570" y="4368775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7F15AE-7E04-4172-3389-853D6FF2DB1A}"/>
              </a:ext>
            </a:extLst>
          </p:cNvPr>
          <p:cNvSpPr txBox="1"/>
          <p:nvPr/>
        </p:nvSpPr>
        <p:spPr>
          <a:xfrm>
            <a:off x="4280570" y="4584606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Lorem ipsum dolor sit amet, consectetur adipiscing elit, sed do eiusmod tempor incididunt ut labore. </a:t>
            </a:r>
            <a:endParaRPr lang="en-CA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1205FCD-E427-9563-6CBF-75FE827D17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4611" y="4153588"/>
            <a:ext cx="1235449" cy="8196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2679169-2286-1507-5E17-653C5E034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5679" y="5039950"/>
            <a:ext cx="1689815" cy="2466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35B35D-3F8F-AD6E-5854-001060355027}"/>
              </a:ext>
            </a:extLst>
          </p:cNvPr>
          <p:cNvSpPr txBox="1"/>
          <p:nvPr/>
        </p:nvSpPr>
        <p:spPr>
          <a:xfrm>
            <a:off x="2796428" y="5150317"/>
            <a:ext cx="151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Features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23390D-353E-3A00-DEBB-583AB17149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0490" y="5523531"/>
            <a:ext cx="1855187" cy="13350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DE7F25-7BD7-6435-9286-64BBAA2A46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7866" y="5519655"/>
            <a:ext cx="1835549" cy="13428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57F41ED-839A-EE3F-469A-C7076141B9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5604" y="5515182"/>
            <a:ext cx="1855187" cy="13428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871DB7E-B43E-4BE9-2D8B-3B6FB61252F7}"/>
              </a:ext>
            </a:extLst>
          </p:cNvPr>
          <p:cNvSpPr/>
          <p:nvPr/>
        </p:nvSpPr>
        <p:spPr>
          <a:xfrm>
            <a:off x="503077" y="3599010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Missing person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2FDA50-B12F-8D27-DDDA-898073AD6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27" y="3632264"/>
            <a:ext cx="174505" cy="1089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F3D8E26-3429-AA4A-07F3-F60AB7371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0" y="4086262"/>
            <a:ext cx="174505" cy="10894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06CE987-D707-D09B-3D19-C104BA2147B8}"/>
              </a:ext>
            </a:extLst>
          </p:cNvPr>
          <p:cNvSpPr/>
          <p:nvPr/>
        </p:nvSpPr>
        <p:spPr>
          <a:xfrm>
            <a:off x="503077" y="4314522"/>
            <a:ext cx="2081097" cy="1905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BCEA0B5-29AE-7984-0989-E824E699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900" y="4339953"/>
            <a:ext cx="174505" cy="10894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6E86023-5108-E8F1-6BB3-F6BD04B530D1}"/>
              </a:ext>
            </a:extLst>
          </p:cNvPr>
          <p:cNvSpPr/>
          <p:nvPr/>
        </p:nvSpPr>
        <p:spPr>
          <a:xfrm>
            <a:off x="503077" y="5282904"/>
            <a:ext cx="2081097" cy="178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 RCMP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F542E16-0CE3-1673-733C-5B6B9FEE5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900" y="5308336"/>
            <a:ext cx="174505" cy="10894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0768981-86FD-AD79-2BAE-1E556D9EC7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6157" y="6061485"/>
            <a:ext cx="1315248" cy="3312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525C80D-DBB4-DE4C-7035-92A3CF5719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3231" y="6427656"/>
            <a:ext cx="1315249" cy="331248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2AD012B-3D70-6A7E-9699-3B4961C40866}"/>
              </a:ext>
            </a:extLst>
          </p:cNvPr>
          <p:cNvSpPr/>
          <p:nvPr/>
        </p:nvSpPr>
        <p:spPr>
          <a:xfrm flipV="1">
            <a:off x="2811785" y="2287013"/>
            <a:ext cx="7902749" cy="384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8F3A67-F431-7138-70EA-A66AB06328DB}"/>
              </a:ext>
            </a:extLst>
          </p:cNvPr>
          <p:cNvSpPr txBox="1"/>
          <p:nvPr/>
        </p:nvSpPr>
        <p:spPr>
          <a:xfrm>
            <a:off x="2768187" y="2354760"/>
            <a:ext cx="17592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About</a:t>
            </a:r>
            <a:r>
              <a:rPr lang="en-CA" sz="1100" dirty="0"/>
              <a:t>   x Missing person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29D712-40E3-77BA-B546-1ECAA72E5ACF}"/>
              </a:ext>
            </a:extLst>
          </p:cNvPr>
          <p:cNvSpPr txBox="1"/>
          <p:nvPr/>
        </p:nvSpPr>
        <p:spPr>
          <a:xfrm>
            <a:off x="4479245" y="2358774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In  </a:t>
            </a:r>
            <a:r>
              <a:rPr lang="en-CA" sz="1100" dirty="0"/>
              <a:t> x Manitoba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2F5B72-02EE-AFF5-789F-AD00F3827A7B}"/>
              </a:ext>
            </a:extLst>
          </p:cNvPr>
          <p:cNvSpPr txBox="1"/>
          <p:nvPr/>
        </p:nvSpPr>
        <p:spPr>
          <a:xfrm>
            <a:off x="5630538" y="2364623"/>
            <a:ext cx="15007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By  </a:t>
            </a:r>
            <a:r>
              <a:rPr lang="en-CA" sz="1100" dirty="0"/>
              <a:t> x Manitoba RCMP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94A733-74B5-ED70-01AB-68EC34972B3B}"/>
              </a:ext>
            </a:extLst>
          </p:cNvPr>
          <p:cNvSpPr txBox="1"/>
          <p:nvPr/>
        </p:nvSpPr>
        <p:spPr>
          <a:xfrm>
            <a:off x="2756181" y="2715506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Sort by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4489FAF-A6EF-D77F-A52F-CBC9BD0CCC88}"/>
              </a:ext>
            </a:extLst>
          </p:cNvPr>
          <p:cNvSpPr/>
          <p:nvPr/>
        </p:nvSpPr>
        <p:spPr>
          <a:xfrm>
            <a:off x="3300046" y="2364623"/>
            <a:ext cx="1063112" cy="2327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39FD7CE-06EE-5EE7-CA1F-3EF8364593F7}"/>
              </a:ext>
            </a:extLst>
          </p:cNvPr>
          <p:cNvSpPr/>
          <p:nvPr/>
        </p:nvSpPr>
        <p:spPr>
          <a:xfrm>
            <a:off x="4761353" y="2370174"/>
            <a:ext cx="696805" cy="2223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E55F7F2-355D-3463-B4D6-4ADF022A8B51}"/>
              </a:ext>
            </a:extLst>
          </p:cNvPr>
          <p:cNvSpPr/>
          <p:nvPr/>
        </p:nvSpPr>
        <p:spPr>
          <a:xfrm>
            <a:off x="5935603" y="2364623"/>
            <a:ext cx="1109965" cy="2279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226B0C-D23E-0AF6-D953-ABA8BFB02940}"/>
              </a:ext>
            </a:extLst>
          </p:cNvPr>
          <p:cNvSpPr txBox="1"/>
          <p:nvPr/>
        </p:nvSpPr>
        <p:spPr>
          <a:xfrm>
            <a:off x="424355" y="-42919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BE806B1-74D8-0607-F999-114065ACF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613" y="2788387"/>
            <a:ext cx="174505" cy="108940"/>
          </a:xfrm>
          <a:prstGeom prst="rect">
            <a:avLst/>
          </a:prstGeom>
        </p:spPr>
      </p:pic>
      <p:pic>
        <p:nvPicPr>
          <p:cNvPr id="15" name="Graphic 14" descr="Badge 1 outline">
            <a:extLst>
              <a:ext uri="{FF2B5EF4-FFF2-40B4-BE49-F238E27FC236}">
                <a16:creationId xmlns:a16="http://schemas.microsoft.com/office/drawing/2014/main" id="{91F111F0-C3BA-A4B6-2D37-BAC412A80D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828" y="3003603"/>
            <a:ext cx="320400" cy="320400"/>
          </a:xfrm>
          <a:prstGeom prst="rect">
            <a:avLst/>
          </a:prstGeom>
        </p:spPr>
      </p:pic>
      <p:pic>
        <p:nvPicPr>
          <p:cNvPr id="47" name="Graphic 46" descr="Badge outline">
            <a:extLst>
              <a:ext uri="{FF2B5EF4-FFF2-40B4-BE49-F238E27FC236}">
                <a16:creationId xmlns:a16="http://schemas.microsoft.com/office/drawing/2014/main" id="{CD9971A8-8087-E282-1950-3E1A8E2D6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78636" y="2685638"/>
            <a:ext cx="320400" cy="320400"/>
          </a:xfrm>
          <a:prstGeom prst="rect">
            <a:avLst/>
          </a:prstGeom>
        </p:spPr>
      </p:pic>
      <p:pic>
        <p:nvPicPr>
          <p:cNvPr id="53" name="Graphic 52" descr="Badge 3 outline">
            <a:extLst>
              <a:ext uri="{FF2B5EF4-FFF2-40B4-BE49-F238E27FC236}">
                <a16:creationId xmlns:a16="http://schemas.microsoft.com/office/drawing/2014/main" id="{9F1CB0D5-5355-9341-CD80-B70BFB669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21015" y="1841408"/>
            <a:ext cx="320400" cy="320400"/>
          </a:xfrm>
          <a:prstGeom prst="rect">
            <a:avLst/>
          </a:prstGeom>
        </p:spPr>
      </p:pic>
      <p:pic>
        <p:nvPicPr>
          <p:cNvPr id="58" name="Graphic 57" descr="Badge 4 outline">
            <a:extLst>
              <a:ext uri="{FF2B5EF4-FFF2-40B4-BE49-F238E27FC236}">
                <a16:creationId xmlns:a16="http://schemas.microsoft.com/office/drawing/2014/main" id="{1D1E2B4A-426E-6EF3-D345-8C2B38169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19639" y="5187844"/>
            <a:ext cx="320400" cy="320400"/>
          </a:xfrm>
          <a:prstGeom prst="rect">
            <a:avLst/>
          </a:prstGeom>
        </p:spPr>
      </p:pic>
      <p:pic>
        <p:nvPicPr>
          <p:cNvPr id="65" name="Graphic 64" descr="Badge 5 outline">
            <a:extLst>
              <a:ext uri="{FF2B5EF4-FFF2-40B4-BE49-F238E27FC236}">
                <a16:creationId xmlns:a16="http://schemas.microsoft.com/office/drawing/2014/main" id="{04B1F334-F617-796D-3186-838576445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19639" y="980212"/>
            <a:ext cx="320400" cy="320400"/>
          </a:xfrm>
          <a:prstGeom prst="rect">
            <a:avLst/>
          </a:prstGeom>
        </p:spPr>
      </p:pic>
      <p:pic>
        <p:nvPicPr>
          <p:cNvPr id="67" name="Graphic 66" descr="Badge 6 outline">
            <a:extLst>
              <a:ext uri="{FF2B5EF4-FFF2-40B4-BE49-F238E27FC236}">
                <a16:creationId xmlns:a16="http://schemas.microsoft.com/office/drawing/2014/main" id="{8A10D9C0-5C10-E6CD-64B1-F1F1B741B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34905" y="3075991"/>
            <a:ext cx="320400" cy="320400"/>
          </a:xfrm>
          <a:prstGeom prst="rect">
            <a:avLst/>
          </a:prstGeom>
        </p:spPr>
      </p:pic>
      <p:pic>
        <p:nvPicPr>
          <p:cNvPr id="69" name="Graphic 68" descr="Badge 7 outline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E27282-A594-87B4-5512-51B0530F4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3197" y="950022"/>
            <a:ext cx="320400" cy="320400"/>
          </a:xfrm>
          <a:prstGeom prst="rect">
            <a:avLst/>
          </a:prstGeom>
        </p:spPr>
      </p:pic>
      <p:pic>
        <p:nvPicPr>
          <p:cNvPr id="71" name="Graphic 70" descr="Badge 8 outline">
            <a:extLst>
              <a:ext uri="{FF2B5EF4-FFF2-40B4-BE49-F238E27FC236}">
                <a16:creationId xmlns:a16="http://schemas.microsoft.com/office/drawing/2014/main" id="{37B2807F-0849-DDE0-D202-E033A4560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76127" y="1915703"/>
            <a:ext cx="320400" cy="320400"/>
          </a:xfrm>
          <a:prstGeom prst="rect">
            <a:avLst/>
          </a:prstGeom>
        </p:spPr>
      </p:pic>
      <p:pic>
        <p:nvPicPr>
          <p:cNvPr id="73" name="Graphic 72" descr="Badge 9 outline">
            <a:extLst>
              <a:ext uri="{FF2B5EF4-FFF2-40B4-BE49-F238E27FC236}">
                <a16:creationId xmlns:a16="http://schemas.microsoft.com/office/drawing/2014/main" id="{DCD5CA44-4101-4E86-7039-A0D723A77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30211" y="2329186"/>
            <a:ext cx="320279" cy="3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0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B2B26-47D9-7978-6E63-BADF476A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8E80900-013A-001B-11FA-BF09C0F00C2D}"/>
              </a:ext>
            </a:extLst>
          </p:cNvPr>
          <p:cNvSpPr/>
          <p:nvPr/>
        </p:nvSpPr>
        <p:spPr>
          <a:xfrm>
            <a:off x="2861254" y="3551931"/>
            <a:ext cx="7803810" cy="892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DC3D3-FB24-F6BD-7D96-2107C9CA9A60}"/>
              </a:ext>
            </a:extLst>
          </p:cNvPr>
          <p:cNvSpPr txBox="1"/>
          <p:nvPr/>
        </p:nvSpPr>
        <p:spPr>
          <a:xfrm>
            <a:off x="411829" y="130411"/>
            <a:ext cx="414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News and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80FB2-0DEC-BBF7-7B14-3E0E7BD7954F}"/>
              </a:ext>
            </a:extLst>
          </p:cNvPr>
          <p:cNvSpPr txBox="1"/>
          <p:nvPr/>
        </p:nvSpPr>
        <p:spPr>
          <a:xfrm>
            <a:off x="411829" y="622226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Find the most recent RCMP news and communications between date and 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85ABE-AAC8-AD1B-65EC-4F6AEEBE808B}"/>
              </a:ext>
            </a:extLst>
          </p:cNvPr>
          <p:cNvSpPr txBox="1"/>
          <p:nvPr/>
        </p:nvSpPr>
        <p:spPr>
          <a:xfrm>
            <a:off x="392458" y="1733136"/>
            <a:ext cx="2457473" cy="40780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1600" dirty="0"/>
              <a:t>Search</a:t>
            </a:r>
          </a:p>
          <a:p>
            <a:br>
              <a:rPr lang="en-CA" dirty="0"/>
            </a:br>
            <a:r>
              <a:rPr lang="en-CA" sz="1100" dirty="0"/>
              <a:t>Apply any of the following </a:t>
            </a:r>
            <a:r>
              <a:rPr lang="en-CA" sz="1100" dirty="0" err="1"/>
              <a:t>filtres</a:t>
            </a:r>
            <a:r>
              <a:rPr lang="en-CA" sz="1100" dirty="0"/>
              <a:t> to narrow your search:</a:t>
            </a:r>
          </a:p>
          <a:p>
            <a:endParaRPr lang="en-CA" sz="1100" dirty="0"/>
          </a:p>
          <a:p>
            <a:r>
              <a:rPr lang="en-CA" sz="1100" dirty="0"/>
              <a:t>          </a:t>
            </a:r>
            <a:r>
              <a:rPr lang="en-CA" sz="1600" dirty="0"/>
              <a:t>Topic</a:t>
            </a:r>
          </a:p>
          <a:p>
            <a:br>
              <a:rPr lang="en-CA" sz="1600" dirty="0"/>
            </a:br>
            <a:br>
              <a:rPr lang="en-CA" sz="1200" dirty="0"/>
            </a:br>
            <a:r>
              <a:rPr lang="en-CA" sz="1600" dirty="0"/>
              <a:t>     Province and Territories</a:t>
            </a:r>
          </a:p>
          <a:p>
            <a:endParaRPr lang="en-CA" sz="1600" dirty="0"/>
          </a:p>
          <a:p>
            <a:r>
              <a:rPr lang="en-CA" sz="1200" dirty="0"/>
              <a:t>      </a:t>
            </a:r>
            <a:br>
              <a:rPr lang="en-CA" sz="1600" dirty="0"/>
            </a:br>
            <a:r>
              <a:rPr lang="en-CA" sz="1600" dirty="0"/>
              <a:t>     Published by</a:t>
            </a:r>
          </a:p>
          <a:p>
            <a:r>
              <a:rPr lang="en-CA" sz="1600" dirty="0"/>
              <a:t>      </a:t>
            </a:r>
          </a:p>
          <a:p>
            <a:r>
              <a:rPr lang="en-CA" sz="1200" dirty="0"/>
              <a:t>      </a:t>
            </a:r>
          </a:p>
          <a:p>
            <a:r>
              <a:rPr lang="en-CA" sz="1600" dirty="0"/>
              <a:t>      Published</a:t>
            </a:r>
          </a:p>
          <a:p>
            <a:endParaRPr lang="en-CA" sz="1100" dirty="0"/>
          </a:p>
          <a:p>
            <a:r>
              <a:rPr lang="en-CA" sz="1100" dirty="0"/>
              <a:t>After </a:t>
            </a:r>
            <a:br>
              <a:rPr lang="en-CA" sz="1100" dirty="0"/>
            </a:br>
            <a:endParaRPr lang="en-CA" sz="1100" dirty="0"/>
          </a:p>
          <a:p>
            <a:r>
              <a:rPr lang="en-CA" sz="1100" dirty="0"/>
              <a:t>Before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86FBE-FA13-7E35-1B84-3AD62832BE0E}"/>
              </a:ext>
            </a:extLst>
          </p:cNvPr>
          <p:cNvSpPr txBox="1"/>
          <p:nvPr/>
        </p:nvSpPr>
        <p:spPr>
          <a:xfrm>
            <a:off x="2740977" y="1733001"/>
            <a:ext cx="8244876" cy="10772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5 entries</a:t>
            </a:r>
          </a:p>
          <a:p>
            <a:r>
              <a:rPr lang="en-CA" sz="1400" dirty="0"/>
              <a:t> </a:t>
            </a:r>
          </a:p>
          <a:p>
            <a:endParaRPr lang="en-CA" sz="1400" b="1" dirty="0"/>
          </a:p>
          <a:p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169F3D-64B3-7AB9-CFB8-2BDDD85A7AB0}"/>
              </a:ext>
            </a:extLst>
          </p:cNvPr>
          <p:cNvSpPr/>
          <p:nvPr/>
        </p:nvSpPr>
        <p:spPr>
          <a:xfrm>
            <a:off x="480272" y="2052658"/>
            <a:ext cx="1795637" cy="189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dirty="0">
                <a:solidFill>
                  <a:schemeClr val="tx1"/>
                </a:solidFill>
              </a:rPr>
              <a:t>keyword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9F08D-21D2-42E7-4BDA-A08E4CC0B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066" y="2067687"/>
            <a:ext cx="162801" cy="162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2BF4F-8955-B0A7-C206-899545F36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83143" y="4902611"/>
            <a:ext cx="174505" cy="108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8028B-96C7-BF00-6DF8-A15714557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42" y="4200378"/>
            <a:ext cx="174505" cy="1089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F7B640-0B49-DE79-517F-AAD6852DE660}"/>
              </a:ext>
            </a:extLst>
          </p:cNvPr>
          <p:cNvSpPr txBox="1"/>
          <p:nvPr/>
        </p:nvSpPr>
        <p:spPr>
          <a:xfrm>
            <a:off x="411829" y="1471526"/>
            <a:ext cx="3384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Communications from leaders of the RCMP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E0C32-DF7D-7089-9637-8CB5047A0691}"/>
              </a:ext>
            </a:extLst>
          </p:cNvPr>
          <p:cNvSpPr txBox="1"/>
          <p:nvPr/>
        </p:nvSpPr>
        <p:spPr>
          <a:xfrm>
            <a:off x="394369" y="917509"/>
            <a:ext cx="346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Read the latest communications </a:t>
            </a:r>
            <a:b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from our Executive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636DD-A4EA-9B21-36B1-0A58E1F63A73}"/>
              </a:ext>
            </a:extLst>
          </p:cNvPr>
          <p:cNvSpPr txBox="1"/>
          <p:nvPr/>
        </p:nvSpPr>
        <p:spPr>
          <a:xfrm>
            <a:off x="4675708" y="924393"/>
            <a:ext cx="243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5" action="ppaction://hlinksldjump"/>
              </a:rPr>
              <a:t>Subscribe to news and</a:t>
            </a:r>
          </a:p>
          <a:p>
            <a:r>
              <a:rPr lang="en-CA" u="sng" dirty="0">
                <a:solidFill>
                  <a:schemeClr val="tx2">
                    <a:lumMod val="50000"/>
                    <a:lumOff val="50000"/>
                  </a:schemeClr>
                </a:solidFill>
                <a:hlinkClick r:id="rId5" action="ppaction://hlinksldjump"/>
              </a:rPr>
              <a:t>communications</a:t>
            </a:r>
            <a:endParaRPr lang="en-CA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560C3-F390-DCBE-A3A9-191EFE51D2C7}"/>
              </a:ext>
            </a:extLst>
          </p:cNvPr>
          <p:cNvSpPr txBox="1"/>
          <p:nvPr/>
        </p:nvSpPr>
        <p:spPr>
          <a:xfrm>
            <a:off x="4675708" y="1478000"/>
            <a:ext cx="3384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Receive news and communications by email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31AE5B-AB72-BC24-5324-173B44C48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36" y="2856955"/>
            <a:ext cx="174505" cy="1089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46E45F3-C95E-F6E6-87FC-43E6FABD18C6}"/>
              </a:ext>
            </a:extLst>
          </p:cNvPr>
          <p:cNvSpPr/>
          <p:nvPr/>
        </p:nvSpPr>
        <p:spPr>
          <a:xfrm>
            <a:off x="3383185" y="2464226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Relevance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108BD5-00B7-234B-D4B4-A5CFB199235F}"/>
              </a:ext>
            </a:extLst>
          </p:cNvPr>
          <p:cNvCxnSpPr/>
          <p:nvPr/>
        </p:nvCxnSpPr>
        <p:spPr>
          <a:xfrm>
            <a:off x="2854357" y="2719169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0FF35E-49EF-ABB8-8687-A449943544BE}"/>
              </a:ext>
            </a:extLst>
          </p:cNvPr>
          <p:cNvCxnSpPr/>
          <p:nvPr/>
        </p:nvCxnSpPr>
        <p:spPr>
          <a:xfrm>
            <a:off x="2849931" y="3552425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6B8B96-56DB-0E4E-07AD-7DFD90089D15}"/>
              </a:ext>
            </a:extLst>
          </p:cNvPr>
          <p:cNvCxnSpPr/>
          <p:nvPr/>
        </p:nvCxnSpPr>
        <p:spPr>
          <a:xfrm>
            <a:off x="2870882" y="4460303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B27C584-4846-2687-F5D2-B0235DA6FFEE}"/>
              </a:ext>
            </a:extLst>
          </p:cNvPr>
          <p:cNvSpPr txBox="1"/>
          <p:nvPr/>
        </p:nvSpPr>
        <p:spPr>
          <a:xfrm>
            <a:off x="2857352" y="2707232"/>
            <a:ext cx="6421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AED29-9AD9-BE45-AC32-DEAF4E05794C}"/>
              </a:ext>
            </a:extLst>
          </p:cNvPr>
          <p:cNvSpPr txBox="1"/>
          <p:nvPr/>
        </p:nvSpPr>
        <p:spPr>
          <a:xfrm>
            <a:off x="2871349" y="2930338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news or communication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2A16A6-9569-743E-CA00-7B9112637841}"/>
              </a:ext>
            </a:extLst>
          </p:cNvPr>
          <p:cNvSpPr txBox="1"/>
          <p:nvPr/>
        </p:nvSpPr>
        <p:spPr>
          <a:xfrm>
            <a:off x="2871349" y="3102943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093927-EF2E-55F0-306B-496E02907055}"/>
              </a:ext>
            </a:extLst>
          </p:cNvPr>
          <p:cNvSpPr txBox="1"/>
          <p:nvPr/>
        </p:nvSpPr>
        <p:spPr>
          <a:xfrm>
            <a:off x="2871349" y="3290815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47421A-3393-4BBA-A5EF-0AA8E21922B3}"/>
              </a:ext>
            </a:extLst>
          </p:cNvPr>
          <p:cNvSpPr txBox="1"/>
          <p:nvPr/>
        </p:nvSpPr>
        <p:spPr>
          <a:xfrm>
            <a:off x="2864619" y="3550421"/>
            <a:ext cx="6421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1604F2-61D1-B91D-B920-709D9187D825}"/>
              </a:ext>
            </a:extLst>
          </p:cNvPr>
          <p:cNvSpPr txBox="1"/>
          <p:nvPr/>
        </p:nvSpPr>
        <p:spPr>
          <a:xfrm>
            <a:off x="2871349" y="3773375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news or communication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6EAB30-67AC-6B27-EC96-8DF15550F7E8}"/>
              </a:ext>
            </a:extLst>
          </p:cNvPr>
          <p:cNvSpPr txBox="1"/>
          <p:nvPr/>
        </p:nvSpPr>
        <p:spPr>
          <a:xfrm>
            <a:off x="2869218" y="3977874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21CCC3-65E4-FB6B-9B6A-BB8C0219F7C1}"/>
              </a:ext>
            </a:extLst>
          </p:cNvPr>
          <p:cNvSpPr txBox="1"/>
          <p:nvPr/>
        </p:nvSpPr>
        <p:spPr>
          <a:xfrm>
            <a:off x="2871349" y="4165407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4F3A5-5AFB-3512-8E0A-B0D8B3BB9A48}"/>
              </a:ext>
            </a:extLst>
          </p:cNvPr>
          <p:cNvSpPr txBox="1"/>
          <p:nvPr/>
        </p:nvSpPr>
        <p:spPr>
          <a:xfrm>
            <a:off x="2773268" y="5199566"/>
            <a:ext cx="151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Features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7CA537-740F-6B7F-B72F-281B56937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9931" y="5515182"/>
            <a:ext cx="2302705" cy="13350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0343F43-1E64-AF3A-DE54-7C5EA74CB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246" y="5515182"/>
            <a:ext cx="2354338" cy="13428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17E6A5F-B40C-8533-212C-239D72BEB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194" y="5490940"/>
            <a:ext cx="2214107" cy="13428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71BC61-0E46-787F-FE92-4DF1DD28B5A8}"/>
              </a:ext>
            </a:extLst>
          </p:cNvPr>
          <p:cNvSpPr/>
          <p:nvPr/>
        </p:nvSpPr>
        <p:spPr>
          <a:xfrm>
            <a:off x="477800" y="3075754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Missing person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4952982-FE5B-4616-9BA8-3FEE3AE2A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802" y="3097567"/>
            <a:ext cx="174505" cy="1089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2E12375-025F-B2B5-2428-F25612876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0" y="3523492"/>
            <a:ext cx="174505" cy="10894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90C47C6-4754-A101-C1DB-67DF742E7891}"/>
              </a:ext>
            </a:extLst>
          </p:cNvPr>
          <p:cNvSpPr/>
          <p:nvPr/>
        </p:nvSpPr>
        <p:spPr>
          <a:xfrm>
            <a:off x="477800" y="3790081"/>
            <a:ext cx="179849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FFBE16B-E75E-66E8-058F-0C8C87F65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801" y="3825952"/>
            <a:ext cx="174505" cy="10894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E508DBA-0C73-0701-E439-99CEC0280791}"/>
              </a:ext>
            </a:extLst>
          </p:cNvPr>
          <p:cNvSpPr/>
          <p:nvPr/>
        </p:nvSpPr>
        <p:spPr>
          <a:xfrm>
            <a:off x="474773" y="4422999"/>
            <a:ext cx="1804552" cy="1548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 RCMP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97BA208-40F0-A366-8D40-C9035B2CF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60" y="4460303"/>
            <a:ext cx="174505" cy="10894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7B34879-ECC7-92EC-923A-524E82820B53}"/>
              </a:ext>
            </a:extLst>
          </p:cNvPr>
          <p:cNvSpPr/>
          <p:nvPr/>
        </p:nvSpPr>
        <p:spPr>
          <a:xfrm flipV="1">
            <a:off x="2811785" y="2042112"/>
            <a:ext cx="7902749" cy="384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7ABFEB-3246-17CF-1F29-3F6C6D4CF016}"/>
              </a:ext>
            </a:extLst>
          </p:cNvPr>
          <p:cNvSpPr txBox="1"/>
          <p:nvPr/>
        </p:nvSpPr>
        <p:spPr>
          <a:xfrm>
            <a:off x="2769593" y="2110253"/>
            <a:ext cx="17592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About</a:t>
            </a:r>
            <a:r>
              <a:rPr lang="en-CA" sz="1100" dirty="0"/>
              <a:t>   x Missing person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B382D0-4FA0-4A5F-F637-8DE9D3864BBB}"/>
              </a:ext>
            </a:extLst>
          </p:cNvPr>
          <p:cNvSpPr txBox="1"/>
          <p:nvPr/>
        </p:nvSpPr>
        <p:spPr>
          <a:xfrm>
            <a:off x="4486015" y="2099636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In  </a:t>
            </a:r>
            <a:r>
              <a:rPr lang="en-CA" sz="1100" dirty="0"/>
              <a:t> x Manitoba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428AB4-ECBE-97CB-A831-7404EBF38232}"/>
              </a:ext>
            </a:extLst>
          </p:cNvPr>
          <p:cNvSpPr txBox="1"/>
          <p:nvPr/>
        </p:nvSpPr>
        <p:spPr>
          <a:xfrm>
            <a:off x="5619935" y="2082150"/>
            <a:ext cx="15007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By  </a:t>
            </a:r>
            <a:r>
              <a:rPr lang="en-CA" sz="1100" dirty="0"/>
              <a:t> x Manitoba RCMP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35BAE2-6521-A00E-0522-150DD8B703BC}"/>
              </a:ext>
            </a:extLst>
          </p:cNvPr>
          <p:cNvSpPr txBox="1"/>
          <p:nvPr/>
        </p:nvSpPr>
        <p:spPr>
          <a:xfrm>
            <a:off x="2758947" y="2421350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Sort by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BC89999-BDA2-7FE4-9BF7-8CA2FEF7412D}"/>
              </a:ext>
            </a:extLst>
          </p:cNvPr>
          <p:cNvSpPr/>
          <p:nvPr/>
        </p:nvSpPr>
        <p:spPr>
          <a:xfrm>
            <a:off x="3299866" y="2113477"/>
            <a:ext cx="1063112" cy="2327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9AB84A6-A0AF-C7E7-A3F3-FCC13E25FCAF}"/>
              </a:ext>
            </a:extLst>
          </p:cNvPr>
          <p:cNvSpPr/>
          <p:nvPr/>
        </p:nvSpPr>
        <p:spPr>
          <a:xfrm>
            <a:off x="4767892" y="2107837"/>
            <a:ext cx="696805" cy="2223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422BE25-2928-A50E-F8EE-115C9E4B09AC}"/>
              </a:ext>
            </a:extLst>
          </p:cNvPr>
          <p:cNvSpPr/>
          <p:nvPr/>
        </p:nvSpPr>
        <p:spPr>
          <a:xfrm>
            <a:off x="5915679" y="2092455"/>
            <a:ext cx="1109965" cy="2279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D5CE53-AE0A-1D1F-7B4D-DC40B16E339D}"/>
              </a:ext>
            </a:extLst>
          </p:cNvPr>
          <p:cNvSpPr txBox="1"/>
          <p:nvPr/>
        </p:nvSpPr>
        <p:spPr>
          <a:xfrm>
            <a:off x="424355" y="-42919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AD77581-2845-5721-8576-9EE296D85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318" y="2474953"/>
            <a:ext cx="174505" cy="1089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54D0AC-4EFB-EA5F-DB92-20D2A38B73CB}"/>
              </a:ext>
            </a:extLst>
          </p:cNvPr>
          <p:cNvSpPr/>
          <p:nvPr/>
        </p:nvSpPr>
        <p:spPr>
          <a:xfrm>
            <a:off x="911127" y="5241019"/>
            <a:ext cx="1387305" cy="165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B3476C-B78B-42E5-2892-0A4CF8850749}"/>
              </a:ext>
            </a:extLst>
          </p:cNvPr>
          <p:cNvSpPr/>
          <p:nvPr/>
        </p:nvSpPr>
        <p:spPr>
          <a:xfrm>
            <a:off x="929018" y="5543984"/>
            <a:ext cx="1387303" cy="165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111B0BF-8D10-F35A-E172-8A1BED7F1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0178" y="4548409"/>
            <a:ext cx="932641" cy="30238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99D98C7-38D8-7B61-14AA-E868561955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6388" y="4973537"/>
            <a:ext cx="688365" cy="2323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295BAD-3262-8E39-0AD4-28D162E7D2CB}"/>
              </a:ext>
            </a:extLst>
          </p:cNvPr>
          <p:cNvCxnSpPr/>
          <p:nvPr/>
        </p:nvCxnSpPr>
        <p:spPr>
          <a:xfrm>
            <a:off x="2864619" y="4902611"/>
            <a:ext cx="268450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Badge 1 outline">
            <a:extLst>
              <a:ext uri="{FF2B5EF4-FFF2-40B4-BE49-F238E27FC236}">
                <a16:creationId xmlns:a16="http://schemas.microsoft.com/office/drawing/2014/main" id="{8802FDA7-D7BA-F6C3-2AB6-F79983603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58" y="993176"/>
            <a:ext cx="255600" cy="255600"/>
          </a:xfrm>
          <a:prstGeom prst="rect">
            <a:avLst/>
          </a:prstGeom>
        </p:spPr>
      </p:pic>
      <p:pic>
        <p:nvPicPr>
          <p:cNvPr id="40" name="Graphic 39" descr="Badge outline">
            <a:extLst>
              <a:ext uri="{FF2B5EF4-FFF2-40B4-BE49-F238E27FC236}">
                <a16:creationId xmlns:a16="http://schemas.microsoft.com/office/drawing/2014/main" id="{FE9C30D5-B405-5471-CEC9-3244BC015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58" y="1765904"/>
            <a:ext cx="255600" cy="255600"/>
          </a:xfrm>
          <a:prstGeom prst="rect">
            <a:avLst/>
          </a:prstGeom>
        </p:spPr>
      </p:pic>
      <p:pic>
        <p:nvPicPr>
          <p:cNvPr id="47" name="Graphic 46" descr="Badge 3 outline">
            <a:extLst>
              <a:ext uri="{FF2B5EF4-FFF2-40B4-BE49-F238E27FC236}">
                <a16:creationId xmlns:a16="http://schemas.microsoft.com/office/drawing/2014/main" id="{A545D10F-474A-DAD1-8CD6-A240ECC3B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058" y="2774705"/>
            <a:ext cx="255600" cy="255600"/>
          </a:xfrm>
          <a:prstGeom prst="rect">
            <a:avLst/>
          </a:prstGeom>
        </p:spPr>
      </p:pic>
      <p:pic>
        <p:nvPicPr>
          <p:cNvPr id="48" name="Graphic 47" descr="Badge 4 outline">
            <a:extLst>
              <a:ext uri="{FF2B5EF4-FFF2-40B4-BE49-F238E27FC236}">
                <a16:creationId xmlns:a16="http://schemas.microsoft.com/office/drawing/2014/main" id="{C829F57C-22D9-BCF2-6F30-CA6249AB6E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20781" y="2421350"/>
            <a:ext cx="255600" cy="255600"/>
          </a:xfrm>
          <a:prstGeom prst="rect">
            <a:avLst/>
          </a:prstGeom>
        </p:spPr>
      </p:pic>
      <p:pic>
        <p:nvPicPr>
          <p:cNvPr id="49" name="Graphic 48" descr="Badge 5 outline">
            <a:extLst>
              <a:ext uri="{FF2B5EF4-FFF2-40B4-BE49-F238E27FC236}">
                <a16:creationId xmlns:a16="http://schemas.microsoft.com/office/drawing/2014/main" id="{2CB1C621-4BFB-53F0-0F75-9E1CD902F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08537" y="3672337"/>
            <a:ext cx="255600" cy="255600"/>
          </a:xfrm>
          <a:prstGeom prst="rect">
            <a:avLst/>
          </a:prstGeom>
        </p:spPr>
      </p:pic>
      <p:pic>
        <p:nvPicPr>
          <p:cNvPr id="50" name="Graphic 49" descr="Badge 6 outline">
            <a:extLst>
              <a:ext uri="{FF2B5EF4-FFF2-40B4-BE49-F238E27FC236}">
                <a16:creationId xmlns:a16="http://schemas.microsoft.com/office/drawing/2014/main" id="{D32F137F-EB60-0391-D708-89A0B77A1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3993" y="4592989"/>
            <a:ext cx="255600" cy="255600"/>
          </a:xfrm>
          <a:prstGeom prst="rect">
            <a:avLst/>
          </a:prstGeom>
        </p:spPr>
      </p:pic>
      <p:pic>
        <p:nvPicPr>
          <p:cNvPr id="53" name="Graphic 52" descr="Badge 7 outline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83F3D47-0D17-8C73-6F1C-DB7B20CDC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17668" y="5249267"/>
            <a:ext cx="255600" cy="2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8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97CC-2593-0730-F0EF-7F1441FE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41930C-4370-8C8D-1401-DC876DAFF85C}"/>
              </a:ext>
            </a:extLst>
          </p:cNvPr>
          <p:cNvSpPr txBox="1"/>
          <p:nvPr/>
        </p:nvSpPr>
        <p:spPr>
          <a:xfrm>
            <a:off x="411829" y="516065"/>
            <a:ext cx="2279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+mj-lt"/>
              </a:rPr>
              <a:t>Title of article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4FB46-8868-4EC5-B6E8-F4B264C28D09}"/>
              </a:ext>
            </a:extLst>
          </p:cNvPr>
          <p:cNvSpPr txBox="1"/>
          <p:nvPr/>
        </p:nvSpPr>
        <p:spPr>
          <a:xfrm>
            <a:off x="449283" y="953771"/>
            <a:ext cx="11007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Lead sentence (Summary as shown in the results).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12E03-AC8D-CCFB-CC3B-2BF527BDEE7D}"/>
              </a:ext>
            </a:extLst>
          </p:cNvPr>
          <p:cNvSpPr txBox="1"/>
          <p:nvPr/>
        </p:nvSpPr>
        <p:spPr>
          <a:xfrm>
            <a:off x="411829" y="1601"/>
            <a:ext cx="26901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  <a:r>
              <a:rPr lang="en-CA" sz="1100" dirty="0">
                <a:solidFill>
                  <a:schemeClr val="tx2"/>
                </a:solidFill>
              </a:rPr>
              <a:t>  </a:t>
            </a:r>
            <a:r>
              <a:rPr lang="en-CA" sz="1100" b="1" dirty="0">
                <a:solidFill>
                  <a:schemeClr val="tx2"/>
                </a:solidFill>
              </a:rPr>
              <a:t>&gt;  </a:t>
            </a:r>
            <a:r>
              <a:rPr lang="en-CA" sz="1100" u="sng" dirty="0">
                <a:solidFill>
                  <a:schemeClr val="tx2"/>
                </a:solidFill>
                <a:hlinkClick r:id="rId3" action="ppaction://hlinksldjump"/>
              </a:rPr>
              <a:t>News and communications</a:t>
            </a:r>
            <a:endParaRPr lang="en-CA" sz="1100" u="sng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D848B-65CC-4FDD-B78A-9026345D8F0B}"/>
              </a:ext>
            </a:extLst>
          </p:cNvPr>
          <p:cNvSpPr txBox="1"/>
          <p:nvPr/>
        </p:nvSpPr>
        <p:spPr>
          <a:xfrm>
            <a:off x="411829" y="213527"/>
            <a:ext cx="178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+mj-lt"/>
              </a:rPr>
              <a:t>Content type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56F743-7D68-B5B0-B099-BE6C0B76E03C}"/>
              </a:ext>
            </a:extLst>
          </p:cNvPr>
          <p:cNvCxnSpPr>
            <a:cxnSpLocks/>
          </p:cNvCxnSpPr>
          <p:nvPr/>
        </p:nvCxnSpPr>
        <p:spPr>
          <a:xfrm>
            <a:off x="528032" y="1918032"/>
            <a:ext cx="7133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DF1A7D-98DB-8B97-D2DF-DDEF4089280D}"/>
              </a:ext>
            </a:extLst>
          </p:cNvPr>
          <p:cNvSpPr txBox="1"/>
          <p:nvPr/>
        </p:nvSpPr>
        <p:spPr>
          <a:xfrm>
            <a:off x="429949" y="6123980"/>
            <a:ext cx="226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/>
              <a:t>Explore related topics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C20D4-8C11-7226-A420-C51BC286D7B2}"/>
              </a:ext>
            </a:extLst>
          </p:cNvPr>
          <p:cNvSpPr txBox="1"/>
          <p:nvPr/>
        </p:nvSpPr>
        <p:spPr>
          <a:xfrm>
            <a:off x="449284" y="1930105"/>
            <a:ext cx="3305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       April 20, 2026 - New Denmark, New Brunswick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840F1-DC07-A892-D9A6-F94DB2E90208}"/>
              </a:ext>
            </a:extLst>
          </p:cNvPr>
          <p:cNvSpPr txBox="1"/>
          <p:nvPr/>
        </p:nvSpPr>
        <p:spPr>
          <a:xfrm>
            <a:off x="449284" y="2126014"/>
            <a:ext cx="1729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>
                <a:hlinkClick r:id="rId4"/>
              </a:rPr>
              <a:t>       New Brunswick RCMP</a:t>
            </a:r>
            <a:endParaRPr lang="en-CA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23BF10-5F2A-A4FD-A086-1784C46F2F4E}"/>
              </a:ext>
            </a:extLst>
          </p:cNvPr>
          <p:cNvSpPr/>
          <p:nvPr/>
        </p:nvSpPr>
        <p:spPr>
          <a:xfrm>
            <a:off x="528031" y="2415759"/>
            <a:ext cx="7133774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Primary Image placeholder (Optional)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10D981-4812-6CB2-54EF-62025145672E}"/>
              </a:ext>
            </a:extLst>
          </p:cNvPr>
          <p:cNvSpPr txBox="1"/>
          <p:nvPr/>
        </p:nvSpPr>
        <p:spPr>
          <a:xfrm>
            <a:off x="449283" y="3996201"/>
            <a:ext cx="72125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The Body would include the following headings if needed (remains the same): </a:t>
            </a:r>
            <a:br>
              <a:rPr lang="en-CA" sz="1100" dirty="0"/>
            </a:br>
            <a:r>
              <a:rPr lang="en-CA" sz="1600" b="1" dirty="0"/>
              <a:t>Quick facts</a:t>
            </a:r>
            <a:r>
              <a:rPr lang="en-CA" sz="1100" b="1" dirty="0"/>
              <a:t>, </a:t>
            </a:r>
            <a:r>
              <a:rPr lang="en-CA" sz="1600" b="1" dirty="0"/>
              <a:t>Quotes</a:t>
            </a:r>
            <a:r>
              <a:rPr lang="en-CA" sz="1100" b="1" dirty="0"/>
              <a:t>, </a:t>
            </a:r>
            <a:r>
              <a:rPr lang="en-CA" sz="1600" b="1" dirty="0"/>
              <a:t>Related products</a:t>
            </a:r>
            <a:r>
              <a:rPr lang="en-CA" sz="1100" b="1" dirty="0"/>
              <a:t>, </a:t>
            </a:r>
            <a:r>
              <a:rPr lang="en-CA" sz="1600" b="1" dirty="0"/>
              <a:t>Associated links</a:t>
            </a:r>
            <a:r>
              <a:rPr lang="en-CA" sz="1100" b="1" dirty="0"/>
              <a:t>, </a:t>
            </a:r>
            <a:r>
              <a:rPr lang="en-CA" sz="1600" b="1" dirty="0"/>
              <a:t>Photo Gallery </a:t>
            </a:r>
            <a:r>
              <a:rPr lang="en-CA" sz="1100" dirty="0"/>
              <a:t>for more than one photo. 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 et dolore magna </a:t>
            </a:r>
            <a:r>
              <a:rPr lang="en-CA" sz="1100" dirty="0" err="1"/>
              <a:t>aliqua</a:t>
            </a:r>
            <a:r>
              <a:rPr lang="en-CA" sz="1100" dirty="0"/>
              <a:t>. Ut </a:t>
            </a:r>
            <a:r>
              <a:rPr lang="en-CA" sz="1100" dirty="0" err="1"/>
              <a:t>enim</a:t>
            </a:r>
            <a:r>
              <a:rPr lang="en-CA" sz="1100" dirty="0"/>
              <a:t> ad minim </a:t>
            </a:r>
            <a:r>
              <a:rPr lang="en-CA" sz="1100" dirty="0" err="1"/>
              <a:t>veniam</a:t>
            </a:r>
            <a:r>
              <a:rPr lang="en-CA" sz="1100" dirty="0"/>
              <a:t>, quis </a:t>
            </a:r>
            <a:r>
              <a:rPr lang="en-CA" sz="1100" dirty="0" err="1"/>
              <a:t>nostrud</a:t>
            </a:r>
            <a:r>
              <a:rPr lang="en-CA" sz="1100" dirty="0"/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0606D9-9322-9DDE-67C9-E58900A27CC7}"/>
              </a:ext>
            </a:extLst>
          </p:cNvPr>
          <p:cNvSpPr/>
          <p:nvPr/>
        </p:nvSpPr>
        <p:spPr>
          <a:xfrm>
            <a:off x="521460" y="6550757"/>
            <a:ext cx="1235449" cy="104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461603-868F-B4EA-DAAF-6E315181FD79}"/>
              </a:ext>
            </a:extLst>
          </p:cNvPr>
          <p:cNvSpPr/>
          <p:nvPr/>
        </p:nvSpPr>
        <p:spPr>
          <a:xfrm>
            <a:off x="2042639" y="6537296"/>
            <a:ext cx="1235449" cy="1325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7D953-6309-445C-E0BA-54608DFCF98E}"/>
              </a:ext>
            </a:extLst>
          </p:cNvPr>
          <p:cNvSpPr txBox="1"/>
          <p:nvPr/>
        </p:nvSpPr>
        <p:spPr>
          <a:xfrm>
            <a:off x="429949" y="4805671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Contacts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4132-C49C-0549-1DEC-D0655D685C59}"/>
              </a:ext>
            </a:extLst>
          </p:cNvPr>
          <p:cNvSpPr txBox="1"/>
          <p:nvPr/>
        </p:nvSpPr>
        <p:spPr>
          <a:xfrm>
            <a:off x="429949" y="5115571"/>
            <a:ext cx="49812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i="0" dirty="0">
                <a:solidFill>
                  <a:srgbClr val="333333"/>
                </a:solidFill>
                <a:effectLst/>
              </a:rPr>
              <a:t>Corporal Luc Picard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Media Relations Officer - </a:t>
            </a:r>
            <a:r>
              <a:rPr lang="en-CA" sz="1200" b="0" i="0" dirty="0" err="1">
                <a:solidFill>
                  <a:srgbClr val="333333"/>
                </a:solidFill>
                <a:effectLst/>
              </a:rPr>
              <a:t>Codiac</a:t>
            </a:r>
            <a:r>
              <a:rPr lang="en-CA" sz="1200" b="0" i="0" dirty="0">
                <a:solidFill>
                  <a:srgbClr val="333333"/>
                </a:solidFill>
                <a:effectLst/>
              </a:rPr>
              <a:t> Regional RCMP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New Brunswick RCMP</a:t>
            </a:r>
            <a:br>
              <a:rPr lang="en-CA" sz="1200" dirty="0"/>
            </a:br>
            <a:r>
              <a:rPr lang="en-CA" sz="1200" b="0" i="0" u="sng" dirty="0">
                <a:solidFill>
                  <a:srgbClr val="284162"/>
                </a:solidFill>
                <a:effectLst/>
                <a:hlinkClick r:id="rId5"/>
              </a:rPr>
              <a:t>rcmpnb.grcnb@rcmp-grc.gc.ca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506-452-4252</a:t>
            </a:r>
            <a:endParaRPr lang="en-CA" sz="1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5F24A8-7ACA-CB71-0F1A-F829C2B471E6}"/>
              </a:ext>
            </a:extLst>
          </p:cNvPr>
          <p:cNvCxnSpPr>
            <a:cxnSpLocks/>
          </p:cNvCxnSpPr>
          <p:nvPr/>
        </p:nvCxnSpPr>
        <p:spPr>
          <a:xfrm>
            <a:off x="528031" y="6107723"/>
            <a:ext cx="7133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AB1049-E887-E77F-BAD6-E51E85E63853}"/>
              </a:ext>
            </a:extLst>
          </p:cNvPr>
          <p:cNvSpPr txBox="1"/>
          <p:nvPr/>
        </p:nvSpPr>
        <p:spPr>
          <a:xfrm>
            <a:off x="528031" y="1465616"/>
            <a:ext cx="45143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CA" sz="1100" b="1" dirty="0"/>
              <a:t>2026-04-23, 12:53 pm</a:t>
            </a:r>
            <a:r>
              <a:rPr lang="en-CA" sz="1100" dirty="0"/>
              <a:t>: Missing person located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100" b="1" dirty="0"/>
              <a:t>2026-04-21, 13:58 pm</a:t>
            </a:r>
            <a:r>
              <a:rPr lang="en-CA" sz="1100" dirty="0"/>
              <a:t>: Missing person wearing prescription glasses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4C696-1AA7-0782-9338-0BDD082731B4}"/>
              </a:ext>
            </a:extLst>
          </p:cNvPr>
          <p:cNvSpPr txBox="1"/>
          <p:nvPr/>
        </p:nvSpPr>
        <p:spPr>
          <a:xfrm>
            <a:off x="452323" y="1162412"/>
            <a:ext cx="933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Updates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070631-9A2A-6DE0-9C83-D7F21D728340}"/>
              </a:ext>
            </a:extLst>
          </p:cNvPr>
          <p:cNvSpPr/>
          <p:nvPr/>
        </p:nvSpPr>
        <p:spPr>
          <a:xfrm>
            <a:off x="3596709" y="6550757"/>
            <a:ext cx="1235449" cy="1325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C3EF6-BC4F-3680-97B1-3676FFDBD001}"/>
              </a:ext>
            </a:extLst>
          </p:cNvPr>
          <p:cNvSpPr/>
          <p:nvPr/>
        </p:nvSpPr>
        <p:spPr>
          <a:xfrm>
            <a:off x="5150779" y="6523138"/>
            <a:ext cx="1235449" cy="1325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4</a:t>
            </a: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80A2E653-CE6D-6EB3-A851-8B15FB9FA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133" y="0"/>
            <a:ext cx="254696" cy="254696"/>
          </a:xfrm>
          <a:prstGeom prst="rect">
            <a:avLst/>
          </a:prstGeom>
        </p:spPr>
      </p:pic>
      <p:pic>
        <p:nvPicPr>
          <p:cNvPr id="25" name="Graphic 24" descr="Badge with solid fill">
            <a:extLst>
              <a:ext uri="{FF2B5EF4-FFF2-40B4-BE49-F238E27FC236}">
                <a16:creationId xmlns:a16="http://schemas.microsoft.com/office/drawing/2014/main" id="{A38A80AC-5D98-1B46-228D-623AA938B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681" y="337144"/>
            <a:ext cx="255600" cy="255600"/>
          </a:xfrm>
          <a:prstGeom prst="rect">
            <a:avLst/>
          </a:prstGeom>
        </p:spPr>
      </p:pic>
      <p:pic>
        <p:nvPicPr>
          <p:cNvPr id="28" name="Graphic 27" descr="Badge 3 with solid fill">
            <a:extLst>
              <a:ext uri="{FF2B5EF4-FFF2-40B4-BE49-F238E27FC236}">
                <a16:creationId xmlns:a16="http://schemas.microsoft.com/office/drawing/2014/main" id="{6B4B3207-3E5A-FDF9-C0C0-9266077EC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751" y="654648"/>
            <a:ext cx="255600" cy="255600"/>
          </a:xfrm>
          <a:prstGeom prst="rect">
            <a:avLst/>
          </a:prstGeom>
        </p:spPr>
      </p:pic>
      <p:pic>
        <p:nvPicPr>
          <p:cNvPr id="30" name="Graphic 29" descr="Badge 4 with solid fill">
            <a:extLst>
              <a:ext uri="{FF2B5EF4-FFF2-40B4-BE49-F238E27FC236}">
                <a16:creationId xmlns:a16="http://schemas.microsoft.com/office/drawing/2014/main" id="{0339619F-0CD8-3CF3-1342-E081EC06D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8081" y="1210016"/>
            <a:ext cx="255600" cy="255600"/>
          </a:xfrm>
          <a:prstGeom prst="rect">
            <a:avLst/>
          </a:prstGeom>
        </p:spPr>
      </p:pic>
      <p:pic>
        <p:nvPicPr>
          <p:cNvPr id="32" name="Graphic 31" descr="Badge 5 with solid fill">
            <a:extLst>
              <a:ext uri="{FF2B5EF4-FFF2-40B4-BE49-F238E27FC236}">
                <a16:creationId xmlns:a16="http://schemas.microsoft.com/office/drawing/2014/main" id="{5C6D9B12-49E6-6EA2-97C9-2E989AC42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681" y="1955338"/>
            <a:ext cx="255600" cy="255600"/>
          </a:xfrm>
          <a:prstGeom prst="rect">
            <a:avLst/>
          </a:prstGeom>
        </p:spPr>
      </p:pic>
      <p:pic>
        <p:nvPicPr>
          <p:cNvPr id="34" name="Graphic 33" descr="Badge 6 with solid fill">
            <a:extLst>
              <a:ext uri="{FF2B5EF4-FFF2-40B4-BE49-F238E27FC236}">
                <a16:creationId xmlns:a16="http://schemas.microsoft.com/office/drawing/2014/main" id="{850F787C-66F4-06CB-F9DC-6FBF13319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681" y="2398903"/>
            <a:ext cx="252000" cy="252000"/>
          </a:xfrm>
          <a:prstGeom prst="rect">
            <a:avLst/>
          </a:prstGeom>
        </p:spPr>
      </p:pic>
      <p:pic>
        <p:nvPicPr>
          <p:cNvPr id="36" name="Graphic 35" descr="Badge 7 with solid fill">
            <a:extLst>
              <a:ext uri="{FF2B5EF4-FFF2-40B4-BE49-F238E27FC236}">
                <a16:creationId xmlns:a16="http://schemas.microsoft.com/office/drawing/2014/main" id="{24A79758-DDB1-F555-A860-D3F95E48C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1681" y="4001934"/>
            <a:ext cx="255600" cy="255600"/>
          </a:xfrm>
          <a:prstGeom prst="rect">
            <a:avLst/>
          </a:prstGeom>
        </p:spPr>
      </p:pic>
      <p:pic>
        <p:nvPicPr>
          <p:cNvPr id="38" name="Graphic 37" descr="Badge 8 with solid fill">
            <a:extLst>
              <a:ext uri="{FF2B5EF4-FFF2-40B4-BE49-F238E27FC236}">
                <a16:creationId xmlns:a16="http://schemas.microsoft.com/office/drawing/2014/main" id="{AC122F81-18B8-F829-AF77-F4908A270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681" y="6165457"/>
            <a:ext cx="255600" cy="255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11F09F-19F9-E00F-8376-E6333C481E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460" y="2169555"/>
            <a:ext cx="204291" cy="1805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4A97B98-BD08-2451-C64E-F142968702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031" y="1951635"/>
            <a:ext cx="197720" cy="2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9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965B4-3761-829A-8E8D-9BFC8223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7FCB0E-16AD-2F64-DB95-2F8E0B3D5446}"/>
              </a:ext>
            </a:extLst>
          </p:cNvPr>
          <p:cNvSpPr txBox="1"/>
          <p:nvPr/>
        </p:nvSpPr>
        <p:spPr>
          <a:xfrm>
            <a:off x="411829" y="516065"/>
            <a:ext cx="2279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+mj-lt"/>
              </a:rPr>
              <a:t>Title of article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1CBAE-06A8-721D-6CDC-E15F66ADEF39}"/>
              </a:ext>
            </a:extLst>
          </p:cNvPr>
          <p:cNvSpPr txBox="1"/>
          <p:nvPr/>
        </p:nvSpPr>
        <p:spPr>
          <a:xfrm>
            <a:off x="449283" y="966607"/>
            <a:ext cx="11007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Lead sentence (Summary as shown in the results)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BC55B-2058-3379-678E-20B919286C15}"/>
              </a:ext>
            </a:extLst>
          </p:cNvPr>
          <p:cNvSpPr txBox="1"/>
          <p:nvPr/>
        </p:nvSpPr>
        <p:spPr>
          <a:xfrm>
            <a:off x="411829" y="1601"/>
            <a:ext cx="26901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  <a:r>
              <a:rPr lang="en-CA" sz="1100" dirty="0">
                <a:solidFill>
                  <a:schemeClr val="tx2"/>
                </a:solidFill>
              </a:rPr>
              <a:t>  </a:t>
            </a:r>
            <a:r>
              <a:rPr lang="en-CA" sz="1100" b="1" dirty="0">
                <a:solidFill>
                  <a:schemeClr val="tx2"/>
                </a:solidFill>
              </a:rPr>
              <a:t>&gt;  </a:t>
            </a:r>
            <a:r>
              <a:rPr lang="en-CA" sz="1100" u="sng" dirty="0">
                <a:solidFill>
                  <a:schemeClr val="tx2"/>
                </a:solidFill>
                <a:hlinkClick r:id="rId3" action="ppaction://hlinksldjump"/>
              </a:rPr>
              <a:t>News and communications</a:t>
            </a:r>
            <a:endParaRPr lang="en-CA" sz="1100" u="sng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6FA68-9CC1-51DD-59E6-04A550B8A71C}"/>
              </a:ext>
            </a:extLst>
          </p:cNvPr>
          <p:cNvSpPr txBox="1"/>
          <p:nvPr/>
        </p:nvSpPr>
        <p:spPr>
          <a:xfrm>
            <a:off x="411829" y="213527"/>
            <a:ext cx="178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+mj-lt"/>
              </a:rPr>
              <a:t>Content type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F09B07-0AFD-AC56-0010-BC7DA1E53451}"/>
              </a:ext>
            </a:extLst>
          </p:cNvPr>
          <p:cNvCxnSpPr>
            <a:cxnSpLocks/>
          </p:cNvCxnSpPr>
          <p:nvPr/>
        </p:nvCxnSpPr>
        <p:spPr>
          <a:xfrm>
            <a:off x="528031" y="1251419"/>
            <a:ext cx="7133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3D208B-23C8-0429-24AE-1B9A248D2F9F}"/>
              </a:ext>
            </a:extLst>
          </p:cNvPr>
          <p:cNvSpPr txBox="1"/>
          <p:nvPr/>
        </p:nvSpPr>
        <p:spPr>
          <a:xfrm>
            <a:off x="433214" y="4142060"/>
            <a:ext cx="226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/>
              <a:t>Explore related topics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14DE8-A071-79F4-0C86-475F308096E0}"/>
              </a:ext>
            </a:extLst>
          </p:cNvPr>
          <p:cNvSpPr txBox="1"/>
          <p:nvPr/>
        </p:nvSpPr>
        <p:spPr>
          <a:xfrm>
            <a:off x="449283" y="1296745"/>
            <a:ext cx="29787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April 20, 2026 | New Denmark, New Brunswick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32847-DE04-4090-153C-7E2FADC7C7F1}"/>
              </a:ext>
            </a:extLst>
          </p:cNvPr>
          <p:cNvSpPr txBox="1"/>
          <p:nvPr/>
        </p:nvSpPr>
        <p:spPr>
          <a:xfrm>
            <a:off x="449283" y="1512757"/>
            <a:ext cx="1875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From </a:t>
            </a:r>
            <a:r>
              <a:rPr lang="en-CA" sz="1100" dirty="0">
                <a:hlinkClick r:id="rId4"/>
              </a:rPr>
              <a:t>New Brunswick RCMP</a:t>
            </a:r>
            <a:endParaRPr lang="en-CA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537F8-96F1-695D-2DE6-13F0103011CD}"/>
              </a:ext>
            </a:extLst>
          </p:cNvPr>
          <p:cNvSpPr txBox="1"/>
          <p:nvPr/>
        </p:nvSpPr>
        <p:spPr>
          <a:xfrm>
            <a:off x="429949" y="1823278"/>
            <a:ext cx="72125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The Body would include the following headings if needed (remains the same): </a:t>
            </a:r>
            <a:br>
              <a:rPr lang="en-CA" sz="1100" dirty="0"/>
            </a:br>
            <a:r>
              <a:rPr lang="en-CA" sz="1600" b="1" dirty="0"/>
              <a:t>Quick facts</a:t>
            </a:r>
            <a:r>
              <a:rPr lang="en-CA" sz="1100" b="1" dirty="0"/>
              <a:t>, </a:t>
            </a:r>
            <a:r>
              <a:rPr lang="en-CA" sz="1600" b="1" dirty="0"/>
              <a:t>Quotes</a:t>
            </a:r>
            <a:r>
              <a:rPr lang="en-CA" sz="1100" b="1" dirty="0"/>
              <a:t>, </a:t>
            </a:r>
            <a:r>
              <a:rPr lang="en-CA" sz="1600" b="1" dirty="0"/>
              <a:t>Related products</a:t>
            </a:r>
            <a:r>
              <a:rPr lang="en-CA" sz="1100" b="1" dirty="0"/>
              <a:t>, </a:t>
            </a:r>
            <a:r>
              <a:rPr lang="en-CA" sz="1600" b="1" dirty="0"/>
              <a:t>Associated links</a:t>
            </a:r>
            <a:r>
              <a:rPr lang="en-CA" sz="1100" b="1" dirty="0"/>
              <a:t>, </a:t>
            </a:r>
            <a:r>
              <a:rPr lang="en-CA" sz="1600" b="1" dirty="0"/>
              <a:t>Photo Gallery </a:t>
            </a:r>
            <a:r>
              <a:rPr lang="en-CA" sz="1100" dirty="0"/>
              <a:t>for more than one photo. 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 et dolore magna </a:t>
            </a:r>
            <a:r>
              <a:rPr lang="en-CA" sz="1100" dirty="0" err="1"/>
              <a:t>aliqua</a:t>
            </a:r>
            <a:r>
              <a:rPr lang="en-CA" sz="1100" dirty="0"/>
              <a:t>. Ut </a:t>
            </a:r>
            <a:r>
              <a:rPr lang="en-CA" sz="1100" dirty="0" err="1"/>
              <a:t>enim</a:t>
            </a:r>
            <a:r>
              <a:rPr lang="en-CA" sz="1100" dirty="0"/>
              <a:t> ad minim </a:t>
            </a:r>
            <a:r>
              <a:rPr lang="en-CA" sz="1100" dirty="0" err="1"/>
              <a:t>veniam</a:t>
            </a:r>
            <a:r>
              <a:rPr lang="en-CA" sz="1100" dirty="0"/>
              <a:t>, quis </a:t>
            </a:r>
            <a:r>
              <a:rPr lang="en-CA" sz="1100" dirty="0" err="1"/>
              <a:t>nostrud</a:t>
            </a:r>
            <a:r>
              <a:rPr lang="en-CA" sz="1100" dirty="0"/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3EB1F-3F0F-8355-F8F4-739E069AA558}"/>
              </a:ext>
            </a:extLst>
          </p:cNvPr>
          <p:cNvSpPr/>
          <p:nvPr/>
        </p:nvSpPr>
        <p:spPr>
          <a:xfrm>
            <a:off x="536826" y="4617082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1ECF1-1711-455C-2DDF-D6665A3BDE97}"/>
              </a:ext>
            </a:extLst>
          </p:cNvPr>
          <p:cNvSpPr/>
          <p:nvPr/>
        </p:nvSpPr>
        <p:spPr>
          <a:xfrm>
            <a:off x="1938633" y="4616085"/>
            <a:ext cx="1235449" cy="1325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BFA7B-54D4-F6CD-7383-2246A10F5652}"/>
              </a:ext>
            </a:extLst>
          </p:cNvPr>
          <p:cNvSpPr txBox="1"/>
          <p:nvPr/>
        </p:nvSpPr>
        <p:spPr>
          <a:xfrm>
            <a:off x="429949" y="2648369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Contacts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31294B-6D48-3AA3-425F-747B207A2968}"/>
              </a:ext>
            </a:extLst>
          </p:cNvPr>
          <p:cNvSpPr txBox="1"/>
          <p:nvPr/>
        </p:nvSpPr>
        <p:spPr>
          <a:xfrm>
            <a:off x="449283" y="2982669"/>
            <a:ext cx="44608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i="0" dirty="0">
                <a:solidFill>
                  <a:srgbClr val="333333"/>
                </a:solidFill>
                <a:effectLst/>
              </a:rPr>
              <a:t>Corporal Luc Picard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Media Relations Officer - </a:t>
            </a:r>
            <a:r>
              <a:rPr lang="en-CA" sz="1200" b="0" i="0" dirty="0" err="1">
                <a:solidFill>
                  <a:srgbClr val="333333"/>
                </a:solidFill>
                <a:effectLst/>
              </a:rPr>
              <a:t>Codiac</a:t>
            </a:r>
            <a:r>
              <a:rPr lang="en-CA" sz="1200" b="0" i="0" dirty="0">
                <a:solidFill>
                  <a:srgbClr val="333333"/>
                </a:solidFill>
                <a:effectLst/>
              </a:rPr>
              <a:t> Regional RCMP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New Brunswick RCMP</a:t>
            </a:r>
            <a:br>
              <a:rPr lang="en-CA" sz="1200" dirty="0"/>
            </a:br>
            <a:r>
              <a:rPr lang="en-CA" sz="1200" b="0" i="0" u="sng" dirty="0">
                <a:solidFill>
                  <a:srgbClr val="284162"/>
                </a:solidFill>
                <a:effectLst/>
                <a:hlinkClick r:id="rId5"/>
              </a:rPr>
              <a:t>rcmpnb.grcnb@rcmp-grc.gc.ca</a:t>
            </a:r>
            <a:br>
              <a:rPr lang="en-CA" sz="1200" dirty="0"/>
            </a:br>
            <a:r>
              <a:rPr lang="en-CA" sz="1200" b="0" i="0" dirty="0">
                <a:solidFill>
                  <a:srgbClr val="333333"/>
                </a:solidFill>
                <a:effectLst/>
              </a:rPr>
              <a:t>506-452-4252</a:t>
            </a:r>
            <a:endParaRPr lang="en-CA" sz="1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5512A1-D523-A299-D802-86332BB56F6C}"/>
              </a:ext>
            </a:extLst>
          </p:cNvPr>
          <p:cNvCxnSpPr>
            <a:cxnSpLocks/>
          </p:cNvCxnSpPr>
          <p:nvPr/>
        </p:nvCxnSpPr>
        <p:spPr>
          <a:xfrm>
            <a:off x="536826" y="4018406"/>
            <a:ext cx="71337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D268F6B-64E6-D4EB-8C36-4FD3C9939067}"/>
              </a:ext>
            </a:extLst>
          </p:cNvPr>
          <p:cNvSpPr/>
          <p:nvPr/>
        </p:nvSpPr>
        <p:spPr>
          <a:xfrm>
            <a:off x="3340440" y="4608825"/>
            <a:ext cx="1235449" cy="1325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0C876-F880-CCCE-DEE9-68C5CC898BEE}"/>
              </a:ext>
            </a:extLst>
          </p:cNvPr>
          <p:cNvSpPr/>
          <p:nvPr/>
        </p:nvSpPr>
        <p:spPr>
          <a:xfrm>
            <a:off x="4742247" y="4608824"/>
            <a:ext cx="1235449" cy="1325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4</a:t>
            </a: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5FA09549-1B7D-18C8-15EE-59AEC7820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133" y="0"/>
            <a:ext cx="254696" cy="254696"/>
          </a:xfrm>
          <a:prstGeom prst="rect">
            <a:avLst/>
          </a:prstGeom>
        </p:spPr>
      </p:pic>
      <p:pic>
        <p:nvPicPr>
          <p:cNvPr id="25" name="Graphic 24" descr="Badge with solid fill">
            <a:extLst>
              <a:ext uri="{FF2B5EF4-FFF2-40B4-BE49-F238E27FC236}">
                <a16:creationId xmlns:a16="http://schemas.microsoft.com/office/drawing/2014/main" id="{A5238456-CE9E-563D-565D-00546CCC6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681" y="337144"/>
            <a:ext cx="255600" cy="255600"/>
          </a:xfrm>
          <a:prstGeom prst="rect">
            <a:avLst/>
          </a:prstGeom>
        </p:spPr>
      </p:pic>
      <p:pic>
        <p:nvPicPr>
          <p:cNvPr id="32" name="Graphic 31" descr="Badge 5 with solid fill">
            <a:extLst>
              <a:ext uri="{FF2B5EF4-FFF2-40B4-BE49-F238E27FC236}">
                <a16:creationId xmlns:a16="http://schemas.microsoft.com/office/drawing/2014/main" id="{FB3309A6-1642-73EC-1BCA-058BAF7FF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971" y="1342500"/>
            <a:ext cx="255600" cy="255600"/>
          </a:xfrm>
          <a:prstGeom prst="rect">
            <a:avLst/>
          </a:prstGeom>
        </p:spPr>
      </p:pic>
      <p:pic>
        <p:nvPicPr>
          <p:cNvPr id="36" name="Graphic 35" descr="Badge 7 with solid fill">
            <a:extLst>
              <a:ext uri="{FF2B5EF4-FFF2-40B4-BE49-F238E27FC236}">
                <a16:creationId xmlns:a16="http://schemas.microsoft.com/office/drawing/2014/main" id="{605B4261-F733-F298-141B-DBF2C5177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681" y="1862974"/>
            <a:ext cx="255600" cy="255600"/>
          </a:xfrm>
          <a:prstGeom prst="rect">
            <a:avLst/>
          </a:prstGeom>
        </p:spPr>
      </p:pic>
      <p:pic>
        <p:nvPicPr>
          <p:cNvPr id="38" name="Graphic 37" descr="Badge 8 with solid fill">
            <a:extLst>
              <a:ext uri="{FF2B5EF4-FFF2-40B4-BE49-F238E27FC236}">
                <a16:creationId xmlns:a16="http://schemas.microsoft.com/office/drawing/2014/main" id="{C723C349-3417-A474-E03D-1D7FEE8E6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063" y="4183537"/>
            <a:ext cx="255600" cy="2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5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ADB1-D745-CAD2-FB4B-1CA03463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2713E36-114D-4A2C-4DA3-675902E81E02}"/>
              </a:ext>
            </a:extLst>
          </p:cNvPr>
          <p:cNvSpPr/>
          <p:nvPr/>
        </p:nvSpPr>
        <p:spPr>
          <a:xfrm>
            <a:off x="2910724" y="3144330"/>
            <a:ext cx="7803810" cy="990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99774-A758-F8DB-A52F-72526DA1E531}"/>
              </a:ext>
            </a:extLst>
          </p:cNvPr>
          <p:cNvSpPr txBox="1"/>
          <p:nvPr/>
        </p:nvSpPr>
        <p:spPr>
          <a:xfrm>
            <a:off x="411829" y="130411"/>
            <a:ext cx="8343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Read the latest communications from the Commissioner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33BFD-DD5E-4972-EF09-D2073A45EDBB}"/>
              </a:ext>
            </a:extLst>
          </p:cNvPr>
          <p:cNvSpPr txBox="1"/>
          <p:nvPr/>
        </p:nvSpPr>
        <p:spPr>
          <a:xfrm>
            <a:off x="411829" y="697608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Find the most recent communications from the Commissioner.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6D879-26CD-0E94-8A91-81BF4277FFF9}"/>
              </a:ext>
            </a:extLst>
          </p:cNvPr>
          <p:cNvSpPr txBox="1"/>
          <p:nvPr/>
        </p:nvSpPr>
        <p:spPr>
          <a:xfrm>
            <a:off x="394369" y="993093"/>
            <a:ext cx="232645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/>
              <a:t>Search</a:t>
            </a:r>
          </a:p>
          <a:p>
            <a:br>
              <a:rPr lang="en-CA" dirty="0"/>
            </a:br>
            <a:br>
              <a:rPr lang="en-CA" dirty="0"/>
            </a:br>
            <a:r>
              <a:rPr lang="en-CA" sz="1100" dirty="0"/>
              <a:t>Apply any of the following </a:t>
            </a:r>
            <a:r>
              <a:rPr lang="en-CA" sz="1100" dirty="0" err="1"/>
              <a:t>filtres</a:t>
            </a:r>
            <a:r>
              <a:rPr lang="en-CA" sz="1100" dirty="0"/>
              <a:t> to narrow your search:</a:t>
            </a:r>
          </a:p>
          <a:p>
            <a:endParaRPr lang="en-CA" sz="1100" dirty="0"/>
          </a:p>
          <a:p>
            <a:r>
              <a:rPr lang="en-CA" sz="1100" dirty="0"/>
              <a:t>Start date </a:t>
            </a:r>
            <a:br>
              <a:rPr lang="en-CA" sz="1100" dirty="0"/>
            </a:br>
            <a:endParaRPr lang="en-CA" sz="1100" dirty="0"/>
          </a:p>
          <a:p>
            <a:r>
              <a:rPr lang="en-CA" sz="1100" dirty="0"/>
              <a:t>End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35B2F-00D6-B75E-C73B-BD5E5851CD2A}"/>
              </a:ext>
            </a:extLst>
          </p:cNvPr>
          <p:cNvSpPr txBox="1"/>
          <p:nvPr/>
        </p:nvSpPr>
        <p:spPr>
          <a:xfrm>
            <a:off x="2822396" y="991847"/>
            <a:ext cx="8244876" cy="10772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2 entries</a:t>
            </a:r>
          </a:p>
          <a:p>
            <a:r>
              <a:rPr lang="en-CA" sz="1400" dirty="0"/>
              <a:t> </a:t>
            </a:r>
          </a:p>
          <a:p>
            <a:endParaRPr lang="en-CA" sz="1400" b="1" dirty="0"/>
          </a:p>
          <a:p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FFDE03-3BCB-5AFF-7BF2-C0E5E92FDBCC}"/>
              </a:ext>
            </a:extLst>
          </p:cNvPr>
          <p:cNvSpPr/>
          <p:nvPr/>
        </p:nvSpPr>
        <p:spPr>
          <a:xfrm>
            <a:off x="481622" y="1307385"/>
            <a:ext cx="1699904" cy="3071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keyword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2F5C0-5BE1-DF3E-677E-B1ACCF18D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04" y="1339216"/>
            <a:ext cx="231384" cy="24346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C1E9BD-960F-6A8F-1E78-4C41B1D4E344}"/>
              </a:ext>
            </a:extLst>
          </p:cNvPr>
          <p:cNvSpPr/>
          <p:nvPr/>
        </p:nvSpPr>
        <p:spPr>
          <a:xfrm>
            <a:off x="3469504" y="1824748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Relevance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3E5113-533D-12ED-3358-D87C88A42DC8}"/>
              </a:ext>
            </a:extLst>
          </p:cNvPr>
          <p:cNvCxnSpPr/>
          <p:nvPr/>
        </p:nvCxnSpPr>
        <p:spPr>
          <a:xfrm>
            <a:off x="2915505" y="3130956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1B053F-4E11-8ADE-6F54-9E106F5D69BD}"/>
              </a:ext>
            </a:extLst>
          </p:cNvPr>
          <p:cNvCxnSpPr/>
          <p:nvPr/>
        </p:nvCxnSpPr>
        <p:spPr>
          <a:xfrm>
            <a:off x="2910724" y="2166257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2903B3-4741-C320-B5DF-B4F910C06233}"/>
              </a:ext>
            </a:extLst>
          </p:cNvPr>
          <p:cNvCxnSpPr/>
          <p:nvPr/>
        </p:nvCxnSpPr>
        <p:spPr>
          <a:xfrm>
            <a:off x="2898500" y="4140216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74B71A-CEBA-8027-792D-47D7CB18CABE}"/>
              </a:ext>
            </a:extLst>
          </p:cNvPr>
          <p:cNvSpPr txBox="1"/>
          <p:nvPr/>
        </p:nvSpPr>
        <p:spPr>
          <a:xfrm>
            <a:off x="2833817" y="2112182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6CE991-26BC-633A-D9D1-BFFA58D90ABB}"/>
              </a:ext>
            </a:extLst>
          </p:cNvPr>
          <p:cNvSpPr txBox="1"/>
          <p:nvPr/>
        </p:nvSpPr>
        <p:spPr>
          <a:xfrm>
            <a:off x="2833817" y="2372067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F1C82D-1610-BFF0-D0F2-797E6152C19E}"/>
              </a:ext>
            </a:extLst>
          </p:cNvPr>
          <p:cNvSpPr txBox="1"/>
          <p:nvPr/>
        </p:nvSpPr>
        <p:spPr>
          <a:xfrm>
            <a:off x="2833817" y="2581107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09061-E1CD-670E-33CC-106822D10D41}"/>
              </a:ext>
            </a:extLst>
          </p:cNvPr>
          <p:cNvSpPr txBox="1"/>
          <p:nvPr/>
        </p:nvSpPr>
        <p:spPr>
          <a:xfrm>
            <a:off x="2833817" y="2769138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228EA0-AEDA-F73B-5042-9AC8D882B39F}"/>
              </a:ext>
            </a:extLst>
          </p:cNvPr>
          <p:cNvSpPr txBox="1"/>
          <p:nvPr/>
        </p:nvSpPr>
        <p:spPr>
          <a:xfrm>
            <a:off x="2833666" y="3094860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FC79E3-5587-3C94-8702-B1D89BB7334C}"/>
              </a:ext>
            </a:extLst>
          </p:cNvPr>
          <p:cNvSpPr txBox="1"/>
          <p:nvPr/>
        </p:nvSpPr>
        <p:spPr>
          <a:xfrm>
            <a:off x="2827554" y="3312116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1BA583-0DD9-2FE0-C338-BB28CCDEC439}"/>
              </a:ext>
            </a:extLst>
          </p:cNvPr>
          <p:cNvSpPr txBox="1"/>
          <p:nvPr/>
        </p:nvSpPr>
        <p:spPr>
          <a:xfrm>
            <a:off x="2827554" y="3529533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56A962-2525-0208-85E9-9532C55DDEA7}"/>
              </a:ext>
            </a:extLst>
          </p:cNvPr>
          <p:cNvSpPr txBox="1"/>
          <p:nvPr/>
        </p:nvSpPr>
        <p:spPr>
          <a:xfrm>
            <a:off x="2827554" y="3745364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F258D8B-1A08-9786-B6BC-D0BD1DDAA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679" y="4200708"/>
            <a:ext cx="1689815" cy="24660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F728A15-84D2-0821-5A51-748028B3E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998" y="2273517"/>
            <a:ext cx="1245127" cy="3312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410042B-5323-6CB2-1586-777E79B08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998" y="2600837"/>
            <a:ext cx="1245128" cy="331248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C187408-6D95-8C17-D0F8-64FB65AA5562}"/>
              </a:ext>
            </a:extLst>
          </p:cNvPr>
          <p:cNvSpPr/>
          <p:nvPr/>
        </p:nvSpPr>
        <p:spPr>
          <a:xfrm flipV="1">
            <a:off x="2893204" y="1347564"/>
            <a:ext cx="8001688" cy="384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70E0D8-515C-3937-438C-76E386C4BAAC}"/>
              </a:ext>
            </a:extLst>
          </p:cNvPr>
          <p:cNvSpPr txBox="1"/>
          <p:nvPr/>
        </p:nvSpPr>
        <p:spPr>
          <a:xfrm>
            <a:off x="2833666" y="1387120"/>
            <a:ext cx="1040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By  </a:t>
            </a:r>
            <a:r>
              <a:rPr lang="en-CA" sz="1100" dirty="0"/>
              <a:t> x Keyword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98EEB5-D546-F34D-BE69-B964E62AACF7}"/>
              </a:ext>
            </a:extLst>
          </p:cNvPr>
          <p:cNvSpPr txBox="1"/>
          <p:nvPr/>
        </p:nvSpPr>
        <p:spPr>
          <a:xfrm>
            <a:off x="2837600" y="1776056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Sort by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7CF53DB-B526-7390-77EC-3A747D7A7330}"/>
              </a:ext>
            </a:extLst>
          </p:cNvPr>
          <p:cNvSpPr/>
          <p:nvPr/>
        </p:nvSpPr>
        <p:spPr>
          <a:xfrm>
            <a:off x="3134763" y="1398640"/>
            <a:ext cx="660623" cy="2441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8A21-02DD-6469-C5BA-D8F615FC5462}"/>
              </a:ext>
            </a:extLst>
          </p:cNvPr>
          <p:cNvSpPr txBox="1"/>
          <p:nvPr/>
        </p:nvSpPr>
        <p:spPr>
          <a:xfrm>
            <a:off x="424355" y="-42919"/>
            <a:ext cx="26901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  <a:r>
              <a:rPr lang="en-CA" sz="1100" dirty="0">
                <a:solidFill>
                  <a:schemeClr val="tx2"/>
                </a:solidFill>
              </a:rPr>
              <a:t>  </a:t>
            </a:r>
            <a:r>
              <a:rPr lang="en-CA" sz="1100" b="1" dirty="0">
                <a:solidFill>
                  <a:schemeClr val="tx2"/>
                </a:solidFill>
              </a:rPr>
              <a:t>&gt;  </a:t>
            </a:r>
            <a:r>
              <a:rPr lang="en-CA" sz="1100" u="sng" dirty="0">
                <a:solidFill>
                  <a:schemeClr val="tx2"/>
                </a:solidFill>
                <a:hlinkClick r:id="" action="ppaction://hlinkshowjump?jump=previousslide"/>
              </a:rPr>
              <a:t>News and communications</a:t>
            </a:r>
            <a:endParaRPr lang="en-CA" sz="1100" u="sng" dirty="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1A3BA4-E5C5-DAD9-F7B3-AC1A2E9D3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084" y="1854307"/>
            <a:ext cx="174505" cy="1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7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8D58-CF26-B292-4623-65669D99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2B15C8-2750-71CC-B896-774440B65583}"/>
              </a:ext>
            </a:extLst>
          </p:cNvPr>
          <p:cNvSpPr txBox="1"/>
          <p:nvPr/>
        </p:nvSpPr>
        <p:spPr>
          <a:xfrm>
            <a:off x="411829" y="130411"/>
            <a:ext cx="5966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Subscribe to news and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4A045-0033-468B-9AA8-9BEC962E36BB}"/>
              </a:ext>
            </a:extLst>
          </p:cNvPr>
          <p:cNvSpPr txBox="1"/>
          <p:nvPr/>
        </p:nvSpPr>
        <p:spPr>
          <a:xfrm>
            <a:off x="411829" y="697608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To subscribe, enter your email address and language preference.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E09B7-A3CE-5CB3-D6C9-736363D6AF70}"/>
              </a:ext>
            </a:extLst>
          </p:cNvPr>
          <p:cNvSpPr txBox="1"/>
          <p:nvPr/>
        </p:nvSpPr>
        <p:spPr>
          <a:xfrm>
            <a:off x="424355" y="-42919"/>
            <a:ext cx="26901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  <a:r>
              <a:rPr lang="en-CA" sz="1100" dirty="0">
                <a:solidFill>
                  <a:schemeClr val="tx2"/>
                </a:solidFill>
              </a:rPr>
              <a:t>  </a:t>
            </a:r>
            <a:r>
              <a:rPr lang="en-CA" sz="1100" b="1" dirty="0">
                <a:solidFill>
                  <a:schemeClr val="tx2"/>
                </a:solidFill>
              </a:rPr>
              <a:t>&gt;  </a:t>
            </a:r>
            <a:r>
              <a:rPr lang="en-CA" sz="1100" u="sng" dirty="0">
                <a:solidFill>
                  <a:schemeClr val="tx2"/>
                </a:solidFill>
                <a:hlinkClick r:id="rId3" action="ppaction://hlinksldjump"/>
              </a:rPr>
              <a:t>News and communications</a:t>
            </a:r>
            <a:endParaRPr lang="en-CA" sz="1100" u="sng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B4AB0-480B-77D9-DCE3-E0D72A5E6877}"/>
              </a:ext>
            </a:extLst>
          </p:cNvPr>
          <p:cNvSpPr txBox="1"/>
          <p:nvPr/>
        </p:nvSpPr>
        <p:spPr>
          <a:xfrm>
            <a:off x="411829" y="872390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Once subscribed, expect to receive emails when we publish news and communications.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6F416-238E-2C46-1E1B-8D7D7F37BF9F}"/>
              </a:ext>
            </a:extLst>
          </p:cNvPr>
          <p:cNvSpPr txBox="1"/>
          <p:nvPr/>
        </p:nvSpPr>
        <p:spPr>
          <a:xfrm>
            <a:off x="411829" y="1047172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You may unsubscribe at anytime using the “Unsubscribe” link included in the emails.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1F871-D569-2C49-C8C2-9AB7D2709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5" y="1396736"/>
            <a:ext cx="7203996" cy="439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4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D5F7C-30E7-112C-76C7-5D86C9C6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27818E8F-E209-611C-4EC4-AD593A9568E2}"/>
              </a:ext>
            </a:extLst>
          </p:cNvPr>
          <p:cNvSpPr/>
          <p:nvPr/>
        </p:nvSpPr>
        <p:spPr>
          <a:xfrm>
            <a:off x="2834972" y="3172729"/>
            <a:ext cx="7803810" cy="990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8E93A-0864-5E04-4158-1654500D922C}"/>
              </a:ext>
            </a:extLst>
          </p:cNvPr>
          <p:cNvSpPr txBox="1"/>
          <p:nvPr/>
        </p:nvSpPr>
        <p:spPr>
          <a:xfrm>
            <a:off x="411829" y="130411"/>
            <a:ext cx="6464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+mj-lt"/>
              </a:rPr>
              <a:t>Search archived news and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450580-B163-BEB2-9A13-20BEBF8F0A09}"/>
              </a:ext>
            </a:extLst>
          </p:cNvPr>
          <p:cNvSpPr txBox="1"/>
          <p:nvPr/>
        </p:nvSpPr>
        <p:spPr>
          <a:xfrm>
            <a:off x="411829" y="622226"/>
            <a:ext cx="1100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Find arched news and communications older than 20xx-xx-xx.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626BF-864D-AD32-46F6-2926492AC98D}"/>
              </a:ext>
            </a:extLst>
          </p:cNvPr>
          <p:cNvSpPr txBox="1"/>
          <p:nvPr/>
        </p:nvSpPr>
        <p:spPr>
          <a:xfrm>
            <a:off x="401054" y="956845"/>
            <a:ext cx="2457473" cy="50321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/>
              <a:t>Search</a:t>
            </a:r>
          </a:p>
          <a:p>
            <a:br>
              <a:rPr lang="en-CA" dirty="0"/>
            </a:br>
            <a:br>
              <a:rPr lang="en-CA" dirty="0"/>
            </a:br>
            <a:r>
              <a:rPr lang="en-CA" sz="1100" dirty="0"/>
              <a:t>Apply any of the following </a:t>
            </a:r>
            <a:r>
              <a:rPr lang="en-CA" sz="1100" dirty="0" err="1"/>
              <a:t>filtres</a:t>
            </a:r>
            <a:r>
              <a:rPr lang="en-CA" sz="1100" dirty="0"/>
              <a:t> to narrow your search:</a:t>
            </a:r>
          </a:p>
          <a:p>
            <a:endParaRPr lang="en-CA" sz="1200" dirty="0"/>
          </a:p>
          <a:p>
            <a:r>
              <a:rPr lang="en-CA" dirty="0"/>
              <a:t>     Topic</a:t>
            </a:r>
          </a:p>
          <a:p>
            <a:endParaRPr lang="en-CA" sz="1600" dirty="0"/>
          </a:p>
          <a:p>
            <a:r>
              <a:rPr lang="en-CA" sz="1600" dirty="0"/>
              <a:t>     </a:t>
            </a:r>
            <a:br>
              <a:rPr lang="en-CA" sz="1600" dirty="0"/>
            </a:br>
            <a:r>
              <a:rPr lang="en-CA" sz="1600" dirty="0"/>
              <a:t>     Province and Territories</a:t>
            </a:r>
          </a:p>
          <a:p>
            <a:endParaRPr lang="en-CA" sz="1600" dirty="0"/>
          </a:p>
          <a:p>
            <a:r>
              <a:rPr lang="en-CA" sz="1600" dirty="0"/>
              <a:t>      </a:t>
            </a:r>
            <a:br>
              <a:rPr lang="en-CA" sz="1600" dirty="0"/>
            </a:br>
            <a:r>
              <a:rPr lang="en-CA" sz="1600" dirty="0"/>
              <a:t>     Division or Federal</a:t>
            </a:r>
            <a:br>
              <a:rPr lang="en-CA" sz="1600" dirty="0"/>
            </a:br>
            <a:r>
              <a:rPr lang="en-CA" sz="1600" dirty="0"/>
              <a:t>      Policing Region</a:t>
            </a:r>
          </a:p>
          <a:p>
            <a:r>
              <a:rPr lang="en-CA" sz="1600" dirty="0"/>
              <a:t>      </a:t>
            </a:r>
          </a:p>
          <a:p>
            <a:r>
              <a:rPr lang="en-CA" sz="1600" dirty="0"/>
              <a:t>      </a:t>
            </a:r>
          </a:p>
          <a:p>
            <a:r>
              <a:rPr lang="en-CA" sz="1600" dirty="0"/>
              <a:t>      Publication date</a:t>
            </a:r>
          </a:p>
          <a:p>
            <a:endParaRPr lang="en-CA" sz="1100" dirty="0"/>
          </a:p>
          <a:p>
            <a:r>
              <a:rPr lang="en-CA" sz="1100" dirty="0"/>
              <a:t>Start date </a:t>
            </a:r>
            <a:br>
              <a:rPr lang="en-CA" sz="1100" dirty="0"/>
            </a:br>
            <a:endParaRPr lang="en-CA" sz="1100" dirty="0"/>
          </a:p>
          <a:p>
            <a:r>
              <a:rPr lang="en-CA" sz="1100" dirty="0"/>
              <a:t>End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97843-4D78-1F33-E146-7C9FF4E4A934}"/>
              </a:ext>
            </a:extLst>
          </p:cNvPr>
          <p:cNvSpPr txBox="1"/>
          <p:nvPr/>
        </p:nvSpPr>
        <p:spPr>
          <a:xfrm>
            <a:off x="2690191" y="997749"/>
            <a:ext cx="8244876" cy="10772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5 entries</a:t>
            </a:r>
          </a:p>
          <a:p>
            <a:r>
              <a:rPr lang="en-CA" sz="1400" dirty="0"/>
              <a:t> </a:t>
            </a:r>
          </a:p>
          <a:p>
            <a:endParaRPr lang="en-CA" sz="1400" b="1" dirty="0"/>
          </a:p>
          <a:p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6D3013-B215-C7C7-6608-8E037EF3EC7C}"/>
              </a:ext>
            </a:extLst>
          </p:cNvPr>
          <p:cNvSpPr/>
          <p:nvPr/>
        </p:nvSpPr>
        <p:spPr>
          <a:xfrm>
            <a:off x="508319" y="1343090"/>
            <a:ext cx="1795637" cy="3071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keyword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CA5F2-CF11-2CD3-3A0B-6E369087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319" y="1384564"/>
            <a:ext cx="244415" cy="243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2508E0-2497-A00B-64D1-2007F328A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0225" y="4906158"/>
            <a:ext cx="174505" cy="108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CE76A-9C53-B0E1-5D7B-9FB44D07D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48" y="3940294"/>
            <a:ext cx="174505" cy="1089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298469-D431-0F9F-67DF-3D59109B4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68" y="2428026"/>
            <a:ext cx="174505" cy="1089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F118BCD-7862-067C-6127-9279A66A43C9}"/>
              </a:ext>
            </a:extLst>
          </p:cNvPr>
          <p:cNvSpPr/>
          <p:nvPr/>
        </p:nvSpPr>
        <p:spPr>
          <a:xfrm>
            <a:off x="3388085" y="1887378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Relevance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3D5A39-0EF4-62B8-4FAE-C7915CF96E45}"/>
              </a:ext>
            </a:extLst>
          </p:cNvPr>
          <p:cNvCxnSpPr/>
          <p:nvPr/>
        </p:nvCxnSpPr>
        <p:spPr>
          <a:xfrm>
            <a:off x="2841831" y="2186814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59209A-B512-1BF6-E4FE-4C137B5DFAC6}"/>
              </a:ext>
            </a:extLst>
          </p:cNvPr>
          <p:cNvCxnSpPr/>
          <p:nvPr/>
        </p:nvCxnSpPr>
        <p:spPr>
          <a:xfrm>
            <a:off x="2841831" y="3155811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D7D764-00D2-734A-7C80-7FA5B16DD623}"/>
              </a:ext>
            </a:extLst>
          </p:cNvPr>
          <p:cNvCxnSpPr/>
          <p:nvPr/>
        </p:nvCxnSpPr>
        <p:spPr>
          <a:xfrm>
            <a:off x="2829607" y="4180213"/>
            <a:ext cx="7803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7F6D5FF-CDC4-3C62-64BC-71533A1F7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831" y="2333331"/>
            <a:ext cx="1235449" cy="81960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C78F89-DCCF-57EC-E7C4-46FE8C2FD6B8}"/>
              </a:ext>
            </a:extLst>
          </p:cNvPr>
          <p:cNvSpPr/>
          <p:nvPr/>
        </p:nvSpPr>
        <p:spPr>
          <a:xfrm>
            <a:off x="2841830" y="2207813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3ECEB-D24B-06E0-E042-0DA43188E732}"/>
              </a:ext>
            </a:extLst>
          </p:cNvPr>
          <p:cNvSpPr txBox="1"/>
          <p:nvPr/>
        </p:nvSpPr>
        <p:spPr>
          <a:xfrm>
            <a:off x="4211677" y="2137234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3DD465-6802-B36B-14D1-FC947B75720A}"/>
              </a:ext>
            </a:extLst>
          </p:cNvPr>
          <p:cNvSpPr txBox="1"/>
          <p:nvPr/>
        </p:nvSpPr>
        <p:spPr>
          <a:xfrm>
            <a:off x="4211677" y="239711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 or communication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28648F-26FA-3C96-1279-417D5D32541C}"/>
              </a:ext>
            </a:extLst>
          </p:cNvPr>
          <p:cNvSpPr txBox="1"/>
          <p:nvPr/>
        </p:nvSpPr>
        <p:spPr>
          <a:xfrm>
            <a:off x="4211677" y="2606159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90C31-D041-2D50-2351-9C7118293813}"/>
              </a:ext>
            </a:extLst>
          </p:cNvPr>
          <p:cNvSpPr txBox="1"/>
          <p:nvPr/>
        </p:nvSpPr>
        <p:spPr>
          <a:xfrm>
            <a:off x="4211677" y="2794190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Lorem ipsum dolor sit </a:t>
            </a:r>
            <a:r>
              <a:rPr lang="en-CA" sz="1100" dirty="0" err="1"/>
              <a:t>amet</a:t>
            </a:r>
            <a:r>
              <a:rPr lang="en-CA" sz="1100" dirty="0"/>
              <a:t>, </a:t>
            </a:r>
            <a:r>
              <a:rPr lang="en-CA" sz="1100" dirty="0" err="1"/>
              <a:t>consectetur</a:t>
            </a:r>
            <a:r>
              <a:rPr lang="en-CA" sz="1100" dirty="0"/>
              <a:t> </a:t>
            </a:r>
            <a:r>
              <a:rPr lang="en-CA" sz="1100" dirty="0" err="1"/>
              <a:t>adipiscing</a:t>
            </a:r>
            <a:r>
              <a:rPr lang="en-CA" sz="1100" dirty="0"/>
              <a:t> </a:t>
            </a:r>
            <a:r>
              <a:rPr lang="en-CA" sz="1100" dirty="0" err="1"/>
              <a:t>elit</a:t>
            </a:r>
            <a:r>
              <a:rPr lang="en-CA" sz="1100" dirty="0"/>
              <a:t>, sed do </a:t>
            </a:r>
            <a:r>
              <a:rPr lang="en-CA" sz="1100" dirty="0" err="1"/>
              <a:t>eiusmod</a:t>
            </a:r>
            <a:r>
              <a:rPr lang="en-CA" sz="1100" dirty="0"/>
              <a:t> </a:t>
            </a:r>
            <a:r>
              <a:rPr lang="en-CA" sz="1100" dirty="0" err="1"/>
              <a:t>tempor</a:t>
            </a:r>
            <a:r>
              <a:rPr lang="en-CA" sz="1100" dirty="0"/>
              <a:t> </a:t>
            </a:r>
            <a:r>
              <a:rPr lang="en-CA" sz="1100" dirty="0" err="1"/>
              <a:t>incididunt</a:t>
            </a:r>
            <a:r>
              <a:rPr lang="en-CA" sz="1100" dirty="0"/>
              <a:t> </a:t>
            </a:r>
            <a:r>
              <a:rPr lang="en-CA" sz="1100" dirty="0" err="1"/>
              <a:t>ut</a:t>
            </a:r>
            <a:r>
              <a:rPr lang="en-CA" sz="1100" dirty="0"/>
              <a:t> labore.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0E832F-BA93-93FC-05B2-F8C574B1E76E}"/>
              </a:ext>
            </a:extLst>
          </p:cNvPr>
          <p:cNvSpPr/>
          <p:nvPr/>
        </p:nvSpPr>
        <p:spPr>
          <a:xfrm>
            <a:off x="2829304" y="3177776"/>
            <a:ext cx="1235449" cy="132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5ACCC0-561E-C4F5-ED42-54F4D159FEB1}"/>
              </a:ext>
            </a:extLst>
          </p:cNvPr>
          <p:cNvSpPr txBox="1"/>
          <p:nvPr/>
        </p:nvSpPr>
        <p:spPr>
          <a:xfrm>
            <a:off x="4217789" y="3113649"/>
            <a:ext cx="642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B7B3E4-D50B-6C31-F2A7-2C09B36F929C}"/>
              </a:ext>
            </a:extLst>
          </p:cNvPr>
          <p:cNvSpPr txBox="1"/>
          <p:nvPr/>
        </p:nvSpPr>
        <p:spPr>
          <a:xfrm>
            <a:off x="4211677" y="3330905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2026-04-02 | Division | Type of new or communication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51BEA3-0B87-803D-DBE1-5C03AFBC1B17}"/>
              </a:ext>
            </a:extLst>
          </p:cNvPr>
          <p:cNvSpPr txBox="1"/>
          <p:nvPr/>
        </p:nvSpPr>
        <p:spPr>
          <a:xfrm>
            <a:off x="4211677" y="3548322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Location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28F69A-EC73-3129-01FB-106031DC4894}"/>
              </a:ext>
            </a:extLst>
          </p:cNvPr>
          <p:cNvSpPr txBox="1"/>
          <p:nvPr/>
        </p:nvSpPr>
        <p:spPr>
          <a:xfrm>
            <a:off x="4211677" y="3764153"/>
            <a:ext cx="6330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Lorem ipsum dolor sit amet, consectetur adipiscing elit, sed do eiusmod tempor incididunt ut labore. </a:t>
            </a:r>
            <a:endParaRPr lang="en-CA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0108106-970A-6759-50EF-0B212E4EA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5718" y="3333135"/>
            <a:ext cx="1235449" cy="8196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BE55C6D-06B6-E652-0913-6B15E9C8A7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1063" y="4365014"/>
            <a:ext cx="1689815" cy="2466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DD97E92-9CD4-0F86-3583-24D2012209FC}"/>
              </a:ext>
            </a:extLst>
          </p:cNvPr>
          <p:cNvSpPr/>
          <p:nvPr/>
        </p:nvSpPr>
        <p:spPr>
          <a:xfrm>
            <a:off x="484948" y="2654394"/>
            <a:ext cx="1800879" cy="16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Missing person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E2A1D70-AD33-8BC2-1713-0CBA27C32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48" y="3196181"/>
            <a:ext cx="174505" cy="10894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578B1D5-F8A9-2FBE-3486-2D02C2F84AEF}"/>
              </a:ext>
            </a:extLst>
          </p:cNvPr>
          <p:cNvSpPr/>
          <p:nvPr/>
        </p:nvSpPr>
        <p:spPr>
          <a:xfrm>
            <a:off x="484948" y="3388171"/>
            <a:ext cx="2081097" cy="1905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4FE316-C631-2AAC-059E-A924860D0EFC}"/>
              </a:ext>
            </a:extLst>
          </p:cNvPr>
          <p:cNvSpPr/>
          <p:nvPr/>
        </p:nvSpPr>
        <p:spPr>
          <a:xfrm>
            <a:off x="484947" y="4349420"/>
            <a:ext cx="2081097" cy="178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/>
              <a:t>Manitoba RCMP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B61050F-01F2-F94F-B899-AB17A940E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914" y="2679447"/>
            <a:ext cx="174505" cy="10894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8C76EEA-D1E5-6F3E-F5C2-2B92A64D70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796" y="5120933"/>
            <a:ext cx="1315248" cy="3312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0C8E8BF-E884-2BD7-15BC-5C137EC72A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796" y="5473436"/>
            <a:ext cx="1315249" cy="331248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7D1E312-4DED-FAE4-712E-97742E0308F3}"/>
              </a:ext>
            </a:extLst>
          </p:cNvPr>
          <p:cNvSpPr/>
          <p:nvPr/>
        </p:nvSpPr>
        <p:spPr>
          <a:xfrm flipV="1">
            <a:off x="2811785" y="1410193"/>
            <a:ext cx="7833856" cy="384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4F20EA-1D96-2483-F913-F70799BE2554}"/>
              </a:ext>
            </a:extLst>
          </p:cNvPr>
          <p:cNvSpPr txBox="1"/>
          <p:nvPr/>
        </p:nvSpPr>
        <p:spPr>
          <a:xfrm>
            <a:off x="2768187" y="1477940"/>
            <a:ext cx="17592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About</a:t>
            </a:r>
            <a:r>
              <a:rPr lang="en-CA" sz="1100" dirty="0"/>
              <a:t>   x Missing person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E3576F-6CC3-4CB7-561E-9AFEA2C313B0}"/>
              </a:ext>
            </a:extLst>
          </p:cNvPr>
          <p:cNvSpPr txBox="1"/>
          <p:nvPr/>
        </p:nvSpPr>
        <p:spPr>
          <a:xfrm>
            <a:off x="4479245" y="1481954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In  </a:t>
            </a:r>
            <a:r>
              <a:rPr lang="en-CA" sz="1100" dirty="0"/>
              <a:t> x Manitoba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DB6F9F-9E34-774A-1B82-85F20BB63EAE}"/>
              </a:ext>
            </a:extLst>
          </p:cNvPr>
          <p:cNvSpPr txBox="1"/>
          <p:nvPr/>
        </p:nvSpPr>
        <p:spPr>
          <a:xfrm>
            <a:off x="5630538" y="1487803"/>
            <a:ext cx="15007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By  </a:t>
            </a:r>
            <a:r>
              <a:rPr lang="en-CA" sz="1100" dirty="0"/>
              <a:t> x Manitoba RCMP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7E37CC-928C-641C-8B1A-96D2F90D7933}"/>
              </a:ext>
            </a:extLst>
          </p:cNvPr>
          <p:cNvSpPr txBox="1"/>
          <p:nvPr/>
        </p:nvSpPr>
        <p:spPr>
          <a:xfrm>
            <a:off x="2756181" y="1838686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b="1" dirty="0"/>
              <a:t>Sort by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7701C6F-4DAA-416A-419A-168D18ADA3FD}"/>
              </a:ext>
            </a:extLst>
          </p:cNvPr>
          <p:cNvSpPr/>
          <p:nvPr/>
        </p:nvSpPr>
        <p:spPr>
          <a:xfrm>
            <a:off x="3300046" y="1487803"/>
            <a:ext cx="1063112" cy="2327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0805959-41D0-D21A-BDCB-861F4868238E}"/>
              </a:ext>
            </a:extLst>
          </p:cNvPr>
          <p:cNvSpPr/>
          <p:nvPr/>
        </p:nvSpPr>
        <p:spPr>
          <a:xfrm>
            <a:off x="4761353" y="1493354"/>
            <a:ext cx="696805" cy="2223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5CADAE0-D6F8-0535-9580-910BA24E424D}"/>
              </a:ext>
            </a:extLst>
          </p:cNvPr>
          <p:cNvSpPr/>
          <p:nvPr/>
        </p:nvSpPr>
        <p:spPr>
          <a:xfrm>
            <a:off x="5935603" y="1487803"/>
            <a:ext cx="1109965" cy="2279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07EFFF-47C8-9FC0-6C4F-0CA0E35169A8}"/>
              </a:ext>
            </a:extLst>
          </p:cNvPr>
          <p:cNvSpPr txBox="1"/>
          <p:nvPr/>
        </p:nvSpPr>
        <p:spPr>
          <a:xfrm>
            <a:off x="424355" y="-42919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u="sng" dirty="0">
                <a:solidFill>
                  <a:schemeClr val="tx2"/>
                </a:solidFill>
              </a:rPr>
              <a:t>RCMP.ca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3A5E20A-3DE2-619B-6067-20BCA3EB1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613" y="1911567"/>
            <a:ext cx="174505" cy="1089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509CC07-016E-C126-1919-9C75663F9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956" y="3420349"/>
            <a:ext cx="174505" cy="1089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8E86FBA-0536-60AD-BC7C-89B2F9312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956" y="4379378"/>
            <a:ext cx="174505" cy="1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7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1101</Words>
  <Application>Microsoft Office PowerPoint</Application>
  <PresentationFormat>Widescreen</PresentationFormat>
  <Paragraphs>227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RCMP-GRC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Buhler, Tanya (RCMP/GRC)</dc:creator>
  <cp:lastModifiedBy>Buhler, Tanya (RCMP/GRC)</cp:lastModifiedBy>
  <cp:revision>1</cp:revision>
  <dcterms:created xsi:type="dcterms:W3CDTF">2026-04-01T20:30:06Z</dcterms:created>
  <dcterms:modified xsi:type="dcterms:W3CDTF">2026-05-05T14:07:12Z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a7f32d-f4c1-4d09-9e83-eb989c840e36_Enabled">
    <vt:lpwstr>true</vt:lpwstr>
  </property>
  <property fmtid="{D5CDD505-2E9C-101B-9397-08002B2CF9AE}" pid="3" name="MSIP_Label_17a7f32d-f4c1-4d09-9e83-eb989c840e36_SetDate">
    <vt:lpwstr>2026-04-01T20:41:11Z</vt:lpwstr>
  </property>
  <property fmtid="{D5CDD505-2E9C-101B-9397-08002B2CF9AE}" pid="4" name="MSIP_Label_17a7f32d-f4c1-4d09-9e83-eb989c840e36_Method">
    <vt:lpwstr>Standard</vt:lpwstr>
  </property>
  <property fmtid="{D5CDD505-2E9C-101B-9397-08002B2CF9AE}" pid="5" name="MSIP_Label_17a7f32d-f4c1-4d09-9e83-eb989c840e36_Name">
    <vt:lpwstr>PROTECTED A - Protégé A</vt:lpwstr>
  </property>
  <property fmtid="{D5CDD505-2E9C-101B-9397-08002B2CF9AE}" pid="6" name="MSIP_Label_17a7f32d-f4c1-4d09-9e83-eb989c840e36_SiteId">
    <vt:lpwstr>2ebaed2f-af63-45af-a67b-ec24f2eeb7ef</vt:lpwstr>
  </property>
  <property fmtid="{D5CDD505-2E9C-101B-9397-08002B2CF9AE}" pid="7" name="MSIP_Label_17a7f32d-f4c1-4d09-9e83-eb989c840e36_ActionId">
    <vt:lpwstr>5e67647e-c1f2-4ec0-8616-93615d7a1042</vt:lpwstr>
  </property>
  <property fmtid="{D5CDD505-2E9C-101B-9397-08002B2CF9AE}" pid="8" name="MSIP_Label_17a7f32d-f4c1-4d09-9e83-eb989c840e36_ContentBits">
    <vt:lpwstr>0</vt:lpwstr>
  </property>
  <property fmtid="{D5CDD505-2E9C-101B-9397-08002B2CF9AE}" pid="9" name="MSIP_Label_17a7f32d-f4c1-4d09-9e83-eb989c840e36_Tag">
    <vt:lpwstr>10, 3, 0, 1</vt:lpwstr>
  </property>
</Properties>
</file>